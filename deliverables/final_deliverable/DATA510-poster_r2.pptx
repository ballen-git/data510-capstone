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
  </p:notesMasterIdLst>
  <p:sldIdLst>
    <p:sldId id="256" r:id="rId2"/>
  </p:sldIdLst>
  <p:sldSz cx="43891200" cy="32918400"/>
  <p:notesSz cx="6858000" cy="9144000"/>
  <p:embeddedFontLst>
    <p:embeddedFont>
      <p:font typeface="Open Sans" panose="020B0606030504020204" pitchFamily="34" charset="0"/>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539CF5-48B1-4EB2-95B9-26C9034809A7}" v="10" dt="2026-07-26T23:21:40.7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7471" autoAdjust="0"/>
    <p:restoredTop sz="94660"/>
  </p:normalViewPr>
  <p:slideViewPr>
    <p:cSldViewPr snapToGrid="0">
      <p:cViewPr varScale="1">
        <p:scale>
          <a:sx n="18" d="100"/>
          <a:sy n="18" d="100"/>
        </p:scale>
        <p:origin x="1939" y="197"/>
      </p:cViewPr>
      <p:guideLst>
        <p:guide orient="horz" pos="2160"/>
        <p:guide pos="2880"/>
      </p:guideLst>
    </p:cSldViewPr>
  </p:slideViewPr>
  <p:notesTextViewPr>
    <p:cViewPr>
      <p:scale>
        <a:sx n="33" d="100"/>
        <a:sy n="33"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notesMaster" Target="notesMasters/notesMaster1.xml"/><Relationship Id="rId7" Type="http://schemas.openxmlformats.org/officeDocument/2006/relationships/font" Target="fonts/font4.fntdata"/><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tableStyles" Target="tableStyles.xml"/><Relationship Id="rId5" Type="http://schemas.openxmlformats.org/officeDocument/2006/relationships/font" Target="fonts/font2.fntdata"/><Relationship Id="rId10" Type="http://schemas.openxmlformats.org/officeDocument/2006/relationships/theme" Target="theme/theme1.xml"/><Relationship Id="rId4" Type="http://schemas.openxmlformats.org/officeDocument/2006/relationships/font" Target="fonts/font1.fntdata"/><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adley Allen" userId="2d0c7fe3923baaf8" providerId="LiveId" clId="{016EF061-00C0-4400-8086-11FFA4D8B4ED}"/>
    <pc:docChg chg="undo custSel modSld">
      <pc:chgData name="Bradley Allen" userId="2d0c7fe3923baaf8" providerId="LiveId" clId="{016EF061-00C0-4400-8086-11FFA4D8B4ED}" dt="2026-07-26T23:21:53.319" v="11018" actId="1076"/>
      <pc:docMkLst>
        <pc:docMk/>
      </pc:docMkLst>
      <pc:sldChg chg="addSp delSp modSp mod">
        <pc:chgData name="Bradley Allen" userId="2d0c7fe3923baaf8" providerId="LiveId" clId="{016EF061-00C0-4400-8086-11FFA4D8B4ED}" dt="2026-07-26T23:21:53.319" v="11018" actId="1076"/>
        <pc:sldMkLst>
          <pc:docMk/>
          <pc:sldMk cId="0" sldId="256"/>
        </pc:sldMkLst>
        <pc:spChg chg="add del">
          <ac:chgData name="Bradley Allen" userId="2d0c7fe3923baaf8" providerId="LiveId" clId="{016EF061-00C0-4400-8086-11FFA4D8B4ED}" dt="2026-07-26T22:34:38.949" v="10984" actId="22"/>
          <ac:spMkLst>
            <pc:docMk/>
            <pc:sldMk cId="0" sldId="256"/>
            <ac:spMk id="3" creationId="{2F26A6C9-DE4A-2951-6174-77E0A26A73F6}"/>
          </ac:spMkLst>
        </pc:spChg>
        <pc:spChg chg="add mod topLvl">
          <ac:chgData name="Bradley Allen" userId="2d0c7fe3923baaf8" providerId="LiveId" clId="{016EF061-00C0-4400-8086-11FFA4D8B4ED}" dt="2026-07-26T23:02:09.990" v="11007" actId="164"/>
          <ac:spMkLst>
            <pc:docMk/>
            <pc:sldMk cId="0" sldId="256"/>
            <ac:spMk id="5" creationId="{E3A4DCB8-D896-54B2-8CAA-2718BDE4C614}"/>
          </ac:spMkLst>
        </pc:spChg>
        <pc:spChg chg="add">
          <ac:chgData name="Bradley Allen" userId="2d0c7fe3923baaf8" providerId="LiveId" clId="{016EF061-00C0-4400-8086-11FFA4D8B4ED}" dt="2026-07-26T22:34:50.848" v="10985" actId="22"/>
          <ac:spMkLst>
            <pc:docMk/>
            <pc:sldMk cId="0" sldId="256"/>
            <ac:spMk id="8" creationId="{3D68325C-FA72-3E30-1983-55A2AD3C16E6}"/>
          </ac:spMkLst>
        </pc:spChg>
        <pc:spChg chg="add mod topLvl">
          <ac:chgData name="Bradley Allen" userId="2d0c7fe3923baaf8" providerId="LiveId" clId="{016EF061-00C0-4400-8086-11FFA4D8B4ED}" dt="2026-07-26T23:02:09.990" v="11007" actId="164"/>
          <ac:spMkLst>
            <pc:docMk/>
            <pc:sldMk cId="0" sldId="256"/>
            <ac:spMk id="9" creationId="{09323182-A6AB-2A30-C83B-B73B43666E10}"/>
          </ac:spMkLst>
        </pc:spChg>
        <pc:spChg chg="add mod topLvl">
          <ac:chgData name="Bradley Allen" userId="2d0c7fe3923baaf8" providerId="LiveId" clId="{016EF061-00C0-4400-8086-11FFA4D8B4ED}" dt="2026-07-26T23:02:09.990" v="11007" actId="164"/>
          <ac:spMkLst>
            <pc:docMk/>
            <pc:sldMk cId="0" sldId="256"/>
            <ac:spMk id="15" creationId="{A107525E-FDD7-C92D-BF4F-CF2F79CAC51D}"/>
          </ac:spMkLst>
        </pc:spChg>
        <pc:spChg chg="add mod">
          <ac:chgData name="Bradley Allen" userId="2d0c7fe3923baaf8" providerId="LiveId" clId="{016EF061-00C0-4400-8086-11FFA4D8B4ED}" dt="2026-07-26T23:02:09.990" v="11007" actId="164"/>
          <ac:spMkLst>
            <pc:docMk/>
            <pc:sldMk cId="0" sldId="256"/>
            <ac:spMk id="18" creationId="{E6AABC37-B0F8-3E4E-9694-5B934FF51634}"/>
          </ac:spMkLst>
        </pc:spChg>
        <pc:spChg chg="add mod ord">
          <ac:chgData name="Bradley Allen" userId="2d0c7fe3923baaf8" providerId="LiveId" clId="{016EF061-00C0-4400-8086-11FFA4D8B4ED}" dt="2026-07-26T22:26:50.552" v="10685" actId="1036"/>
          <ac:spMkLst>
            <pc:docMk/>
            <pc:sldMk cId="0" sldId="256"/>
            <ac:spMk id="25" creationId="{4F2C221E-B381-5E5B-E1A5-B6C3C7AEBE77}"/>
          </ac:spMkLst>
        </pc:spChg>
        <pc:spChg chg="add mod">
          <ac:chgData name="Bradley Allen" userId="2d0c7fe3923baaf8" providerId="LiveId" clId="{016EF061-00C0-4400-8086-11FFA4D8B4ED}" dt="2026-07-26T22:26:50.552" v="10685" actId="1036"/>
          <ac:spMkLst>
            <pc:docMk/>
            <pc:sldMk cId="0" sldId="256"/>
            <ac:spMk id="29" creationId="{56EC34F0-8078-3E7E-A1FD-5D02FEC299E0}"/>
          </ac:spMkLst>
        </pc:spChg>
        <pc:spChg chg="add mod">
          <ac:chgData name="Bradley Allen" userId="2d0c7fe3923baaf8" providerId="LiveId" clId="{016EF061-00C0-4400-8086-11FFA4D8B4ED}" dt="2026-07-10T01:27:38.569" v="10151" actId="1076"/>
          <ac:spMkLst>
            <pc:docMk/>
            <pc:sldMk cId="0" sldId="256"/>
            <ac:spMk id="31" creationId="{B2174B0E-1FD0-13C4-B143-4A27EAE18F99}"/>
          </ac:spMkLst>
        </pc:spChg>
        <pc:spChg chg="add mod">
          <ac:chgData name="Bradley Allen" userId="2d0c7fe3923baaf8" providerId="LiveId" clId="{016EF061-00C0-4400-8086-11FFA4D8B4ED}" dt="2026-07-10T01:41:45.753" v="10445" actId="948"/>
          <ac:spMkLst>
            <pc:docMk/>
            <pc:sldMk cId="0" sldId="256"/>
            <ac:spMk id="40" creationId="{A0A14857-8359-40D7-6575-D5201FA424CB}"/>
          </ac:spMkLst>
        </pc:spChg>
        <pc:spChg chg="add mod">
          <ac:chgData name="Bradley Allen" userId="2d0c7fe3923baaf8" providerId="LiveId" clId="{016EF061-00C0-4400-8086-11FFA4D8B4ED}" dt="2026-07-10T01:24:24.018" v="10053" actId="1076"/>
          <ac:spMkLst>
            <pc:docMk/>
            <pc:sldMk cId="0" sldId="256"/>
            <ac:spMk id="42" creationId="{7B6E7A56-0F6D-92C5-EEA7-EEF2F48AB607}"/>
          </ac:spMkLst>
        </pc:spChg>
        <pc:spChg chg="add mod">
          <ac:chgData name="Bradley Allen" userId="2d0c7fe3923baaf8" providerId="LiveId" clId="{016EF061-00C0-4400-8086-11FFA4D8B4ED}" dt="2026-07-10T01:29:15.744" v="10257" actId="20577"/>
          <ac:spMkLst>
            <pc:docMk/>
            <pc:sldMk cId="0" sldId="256"/>
            <ac:spMk id="46" creationId="{9170D7E1-68AA-9DC8-74AF-B901549CFA24}"/>
          </ac:spMkLst>
        </pc:spChg>
        <pc:spChg chg="add mod">
          <ac:chgData name="Bradley Allen" userId="2d0c7fe3923baaf8" providerId="LiveId" clId="{016EF061-00C0-4400-8086-11FFA4D8B4ED}" dt="2026-07-10T01:24:24.018" v="10053" actId="1076"/>
          <ac:spMkLst>
            <pc:docMk/>
            <pc:sldMk cId="0" sldId="256"/>
            <ac:spMk id="48" creationId="{E949CD2B-E87C-E711-6C48-C83BC01694CC}"/>
          </ac:spMkLst>
        </pc:spChg>
        <pc:spChg chg="add mod">
          <ac:chgData name="Bradley Allen" userId="2d0c7fe3923baaf8" providerId="LiveId" clId="{016EF061-00C0-4400-8086-11FFA4D8B4ED}" dt="2026-07-10T01:42:05.841" v="10447" actId="948"/>
          <ac:spMkLst>
            <pc:docMk/>
            <pc:sldMk cId="0" sldId="256"/>
            <ac:spMk id="50" creationId="{AC2B5757-3EB2-40CC-B58E-1BAA413C6E3D}"/>
          </ac:spMkLst>
        </pc:spChg>
        <pc:spChg chg="add mod">
          <ac:chgData name="Bradley Allen" userId="2d0c7fe3923baaf8" providerId="LiveId" clId="{016EF061-00C0-4400-8086-11FFA4D8B4ED}" dt="2026-07-26T22:30:25.484" v="10982" actId="1076"/>
          <ac:spMkLst>
            <pc:docMk/>
            <pc:sldMk cId="0" sldId="256"/>
            <ac:spMk id="52" creationId="{16A1D9DC-A896-6158-092F-B27EFA1ECB4F}"/>
          </ac:spMkLst>
        </pc:spChg>
        <pc:spChg chg="add mod">
          <ac:chgData name="Bradley Allen" userId="2d0c7fe3923baaf8" providerId="LiveId" clId="{016EF061-00C0-4400-8086-11FFA4D8B4ED}" dt="2026-07-26T22:30:17.604" v="10981" actId="1076"/>
          <ac:spMkLst>
            <pc:docMk/>
            <pc:sldMk cId="0" sldId="256"/>
            <ac:spMk id="55" creationId="{E585BE31-BD5A-869E-2A7E-EDE334EB1568}"/>
          </ac:spMkLst>
        </pc:spChg>
        <pc:spChg chg="mod">
          <ac:chgData name="Bradley Allen" userId="2d0c7fe3923baaf8" providerId="LiveId" clId="{016EF061-00C0-4400-8086-11FFA4D8B4ED}" dt="2026-07-26T22:35:52.067" v="10989" actId="33524"/>
          <ac:spMkLst>
            <pc:docMk/>
            <pc:sldMk cId="0" sldId="256"/>
            <ac:spMk id="87" creationId="{00000000-0000-0000-0000-000000000000}"/>
          </ac:spMkLst>
        </pc:spChg>
        <pc:spChg chg="mod">
          <ac:chgData name="Bradley Allen" userId="2d0c7fe3923baaf8" providerId="LiveId" clId="{016EF061-00C0-4400-8086-11FFA4D8B4ED}" dt="2026-07-10T01:19:44.076" v="10030" actId="14100"/>
          <ac:spMkLst>
            <pc:docMk/>
            <pc:sldMk cId="0" sldId="256"/>
            <ac:spMk id="88" creationId="{00000000-0000-0000-0000-000000000000}"/>
          </ac:spMkLst>
        </pc:spChg>
        <pc:spChg chg="mod">
          <ac:chgData name="Bradley Allen" userId="2d0c7fe3923baaf8" providerId="LiveId" clId="{016EF061-00C0-4400-8086-11FFA4D8B4ED}" dt="2026-07-09T22:33:34.081" v="4247" actId="20577"/>
          <ac:spMkLst>
            <pc:docMk/>
            <pc:sldMk cId="0" sldId="256"/>
            <ac:spMk id="93" creationId="{00000000-0000-0000-0000-000000000000}"/>
          </ac:spMkLst>
        </pc:spChg>
        <pc:spChg chg="mod">
          <ac:chgData name="Bradley Allen" userId="2d0c7fe3923baaf8" providerId="LiveId" clId="{016EF061-00C0-4400-8086-11FFA4D8B4ED}" dt="2026-07-10T01:20:05.523" v="10031" actId="1076"/>
          <ac:spMkLst>
            <pc:docMk/>
            <pc:sldMk cId="0" sldId="256"/>
            <ac:spMk id="94" creationId="{00000000-0000-0000-0000-000000000000}"/>
          </ac:spMkLst>
        </pc:spChg>
        <pc:spChg chg="mod">
          <ac:chgData name="Bradley Allen" userId="2d0c7fe3923baaf8" providerId="LiveId" clId="{016EF061-00C0-4400-8086-11FFA4D8B4ED}" dt="2026-07-10T01:20:05.523" v="10031" actId="1076"/>
          <ac:spMkLst>
            <pc:docMk/>
            <pc:sldMk cId="0" sldId="256"/>
            <ac:spMk id="95" creationId="{00000000-0000-0000-0000-000000000000}"/>
          </ac:spMkLst>
        </pc:spChg>
        <pc:spChg chg="mod">
          <ac:chgData name="Bradley Allen" userId="2d0c7fe3923baaf8" providerId="LiveId" clId="{016EF061-00C0-4400-8086-11FFA4D8B4ED}" dt="2026-07-10T01:20:05.523" v="10031" actId="1076"/>
          <ac:spMkLst>
            <pc:docMk/>
            <pc:sldMk cId="0" sldId="256"/>
            <ac:spMk id="97" creationId="{00000000-0000-0000-0000-000000000000}"/>
          </ac:spMkLst>
        </pc:spChg>
        <pc:spChg chg="mod">
          <ac:chgData name="Bradley Allen" userId="2d0c7fe3923baaf8" providerId="LiveId" clId="{016EF061-00C0-4400-8086-11FFA4D8B4ED}" dt="2026-07-10T01:20:05.523" v="10031" actId="1076"/>
          <ac:spMkLst>
            <pc:docMk/>
            <pc:sldMk cId="0" sldId="256"/>
            <ac:spMk id="98" creationId="{00000000-0000-0000-0000-000000000000}"/>
          </ac:spMkLst>
        </pc:spChg>
        <pc:spChg chg="mod">
          <ac:chgData name="Bradley Allen" userId="2d0c7fe3923baaf8" providerId="LiveId" clId="{016EF061-00C0-4400-8086-11FFA4D8B4ED}" dt="2026-07-10T01:20:05.523" v="10031" actId="1076"/>
          <ac:spMkLst>
            <pc:docMk/>
            <pc:sldMk cId="0" sldId="256"/>
            <ac:spMk id="99" creationId="{00000000-0000-0000-0000-000000000000}"/>
          </ac:spMkLst>
        </pc:spChg>
        <pc:spChg chg="mod">
          <ac:chgData name="Bradley Allen" userId="2d0c7fe3923baaf8" providerId="LiveId" clId="{016EF061-00C0-4400-8086-11FFA4D8B4ED}" dt="2026-07-10T01:20:31.359" v="10032" actId="1076"/>
          <ac:spMkLst>
            <pc:docMk/>
            <pc:sldMk cId="0" sldId="256"/>
            <ac:spMk id="100" creationId="{00000000-0000-0000-0000-000000000000}"/>
          </ac:spMkLst>
        </pc:spChg>
        <pc:spChg chg="mod">
          <ac:chgData name="Bradley Allen" userId="2d0c7fe3923baaf8" providerId="LiveId" clId="{016EF061-00C0-4400-8086-11FFA4D8B4ED}" dt="2026-07-10T01:20:31.359" v="10032" actId="1076"/>
          <ac:spMkLst>
            <pc:docMk/>
            <pc:sldMk cId="0" sldId="256"/>
            <ac:spMk id="101" creationId="{00000000-0000-0000-0000-000000000000}"/>
          </ac:spMkLst>
        </pc:spChg>
        <pc:spChg chg="mod">
          <ac:chgData name="Bradley Allen" userId="2d0c7fe3923baaf8" providerId="LiveId" clId="{016EF061-00C0-4400-8086-11FFA4D8B4ED}" dt="2026-07-10T01:20:31.359" v="10032" actId="1076"/>
          <ac:spMkLst>
            <pc:docMk/>
            <pc:sldMk cId="0" sldId="256"/>
            <ac:spMk id="103" creationId="{00000000-0000-0000-0000-000000000000}"/>
          </ac:spMkLst>
        </pc:spChg>
        <pc:spChg chg="mod">
          <ac:chgData name="Bradley Allen" userId="2d0c7fe3923baaf8" providerId="LiveId" clId="{016EF061-00C0-4400-8086-11FFA4D8B4ED}" dt="2026-07-10T01:20:31.359" v="10032" actId="1076"/>
          <ac:spMkLst>
            <pc:docMk/>
            <pc:sldMk cId="0" sldId="256"/>
            <ac:spMk id="104" creationId="{00000000-0000-0000-0000-000000000000}"/>
          </ac:spMkLst>
        </pc:spChg>
        <pc:spChg chg="mod">
          <ac:chgData name="Bradley Allen" userId="2d0c7fe3923baaf8" providerId="LiveId" clId="{016EF061-00C0-4400-8086-11FFA4D8B4ED}" dt="2026-07-10T01:38:19.104" v="10429" actId="20577"/>
          <ac:spMkLst>
            <pc:docMk/>
            <pc:sldMk cId="0" sldId="256"/>
            <ac:spMk id="105" creationId="{00000000-0000-0000-0000-000000000000}"/>
          </ac:spMkLst>
        </pc:spChg>
        <pc:spChg chg="mod">
          <ac:chgData name="Bradley Allen" userId="2d0c7fe3923baaf8" providerId="LiveId" clId="{016EF061-00C0-4400-8086-11FFA4D8B4ED}" dt="2026-07-10T01:25:07.479" v="10057" actId="1076"/>
          <ac:spMkLst>
            <pc:docMk/>
            <pc:sldMk cId="0" sldId="256"/>
            <ac:spMk id="106" creationId="{00000000-0000-0000-0000-000000000000}"/>
          </ac:spMkLst>
        </pc:spChg>
        <pc:spChg chg="mod">
          <ac:chgData name="Bradley Allen" userId="2d0c7fe3923baaf8" providerId="LiveId" clId="{016EF061-00C0-4400-8086-11FFA4D8B4ED}" dt="2026-07-10T01:25:07.479" v="10057" actId="1076"/>
          <ac:spMkLst>
            <pc:docMk/>
            <pc:sldMk cId="0" sldId="256"/>
            <ac:spMk id="107" creationId="{00000000-0000-0000-0000-000000000000}"/>
          </ac:spMkLst>
        </pc:spChg>
        <pc:spChg chg="mod">
          <ac:chgData name="Bradley Allen" userId="2d0c7fe3923baaf8" providerId="LiveId" clId="{016EF061-00C0-4400-8086-11FFA4D8B4ED}" dt="2026-07-10T01:25:07.479" v="10057" actId="1076"/>
          <ac:spMkLst>
            <pc:docMk/>
            <pc:sldMk cId="0" sldId="256"/>
            <ac:spMk id="109" creationId="{00000000-0000-0000-0000-000000000000}"/>
          </ac:spMkLst>
        </pc:spChg>
        <pc:spChg chg="mod">
          <ac:chgData name="Bradley Allen" userId="2d0c7fe3923baaf8" providerId="LiveId" clId="{016EF061-00C0-4400-8086-11FFA4D8B4ED}" dt="2026-07-10T01:25:07.479" v="10057" actId="1076"/>
          <ac:spMkLst>
            <pc:docMk/>
            <pc:sldMk cId="0" sldId="256"/>
            <ac:spMk id="110" creationId="{00000000-0000-0000-0000-000000000000}"/>
          </ac:spMkLst>
        </pc:spChg>
        <pc:spChg chg="mod">
          <ac:chgData name="Bradley Allen" userId="2d0c7fe3923baaf8" providerId="LiveId" clId="{016EF061-00C0-4400-8086-11FFA4D8B4ED}" dt="2026-07-10T01:25:07.479" v="10057" actId="1076"/>
          <ac:spMkLst>
            <pc:docMk/>
            <pc:sldMk cId="0" sldId="256"/>
            <ac:spMk id="111" creationId="{00000000-0000-0000-0000-000000000000}"/>
          </ac:spMkLst>
        </pc:spChg>
        <pc:spChg chg="mod">
          <ac:chgData name="Bradley Allen" userId="2d0c7fe3923baaf8" providerId="LiveId" clId="{016EF061-00C0-4400-8086-11FFA4D8B4ED}" dt="2026-07-10T01:25:07.479" v="10057" actId="1076"/>
          <ac:spMkLst>
            <pc:docMk/>
            <pc:sldMk cId="0" sldId="256"/>
            <ac:spMk id="112" creationId="{00000000-0000-0000-0000-000000000000}"/>
          </ac:spMkLst>
        </pc:spChg>
        <pc:spChg chg="mod">
          <ac:chgData name="Bradley Allen" userId="2d0c7fe3923baaf8" providerId="LiveId" clId="{016EF061-00C0-4400-8086-11FFA4D8B4ED}" dt="2026-07-10T01:19:33.348" v="10029" actId="1076"/>
          <ac:spMkLst>
            <pc:docMk/>
            <pc:sldMk cId="0" sldId="256"/>
            <ac:spMk id="114" creationId="{00000000-0000-0000-0000-000000000000}"/>
          </ac:spMkLst>
        </pc:spChg>
        <pc:spChg chg="mod">
          <ac:chgData name="Bradley Allen" userId="2d0c7fe3923baaf8" providerId="LiveId" clId="{016EF061-00C0-4400-8086-11FFA4D8B4ED}" dt="2026-07-10T01:19:33.348" v="10029" actId="1076"/>
          <ac:spMkLst>
            <pc:docMk/>
            <pc:sldMk cId="0" sldId="256"/>
            <ac:spMk id="115" creationId="{00000000-0000-0000-0000-000000000000}"/>
          </ac:spMkLst>
        </pc:spChg>
        <pc:spChg chg="mod">
          <ac:chgData name="Bradley Allen" userId="2d0c7fe3923baaf8" providerId="LiveId" clId="{016EF061-00C0-4400-8086-11FFA4D8B4ED}" dt="2026-07-10T01:19:33.348" v="10029" actId="1076"/>
          <ac:spMkLst>
            <pc:docMk/>
            <pc:sldMk cId="0" sldId="256"/>
            <ac:spMk id="117" creationId="{00000000-0000-0000-0000-000000000000}"/>
          </ac:spMkLst>
        </pc:spChg>
        <pc:spChg chg="mod">
          <ac:chgData name="Bradley Allen" userId="2d0c7fe3923baaf8" providerId="LiveId" clId="{016EF061-00C0-4400-8086-11FFA4D8B4ED}" dt="2026-07-10T01:19:33.348" v="10029" actId="1076"/>
          <ac:spMkLst>
            <pc:docMk/>
            <pc:sldMk cId="0" sldId="256"/>
            <ac:spMk id="118" creationId="{00000000-0000-0000-0000-000000000000}"/>
          </ac:spMkLst>
        </pc:spChg>
        <pc:spChg chg="mod">
          <ac:chgData name="Bradley Allen" userId="2d0c7fe3923baaf8" providerId="LiveId" clId="{016EF061-00C0-4400-8086-11FFA4D8B4ED}" dt="2026-07-10T01:36:30.060" v="10400" actId="6549"/>
          <ac:spMkLst>
            <pc:docMk/>
            <pc:sldMk cId="0" sldId="256"/>
            <ac:spMk id="119" creationId="{00000000-0000-0000-0000-000000000000}"/>
          </ac:spMkLst>
        </pc:spChg>
        <pc:spChg chg="mod">
          <ac:chgData name="Bradley Allen" userId="2d0c7fe3923baaf8" providerId="LiveId" clId="{016EF061-00C0-4400-8086-11FFA4D8B4ED}" dt="2026-07-10T01:25:17.100" v="10058" actId="14100"/>
          <ac:spMkLst>
            <pc:docMk/>
            <pc:sldMk cId="0" sldId="256"/>
            <ac:spMk id="120" creationId="{00000000-0000-0000-0000-000000000000}"/>
          </ac:spMkLst>
        </pc:spChg>
        <pc:spChg chg="mod">
          <ac:chgData name="Bradley Allen" userId="2d0c7fe3923baaf8" providerId="LiveId" clId="{016EF061-00C0-4400-8086-11FFA4D8B4ED}" dt="2026-07-10T01:22:38.500" v="10035" actId="1076"/>
          <ac:spMkLst>
            <pc:docMk/>
            <pc:sldMk cId="0" sldId="256"/>
            <ac:spMk id="121" creationId="{00000000-0000-0000-0000-000000000000}"/>
          </ac:spMkLst>
        </pc:spChg>
        <pc:spChg chg="mod">
          <ac:chgData name="Bradley Allen" userId="2d0c7fe3923baaf8" providerId="LiveId" clId="{016EF061-00C0-4400-8086-11FFA4D8B4ED}" dt="2026-07-10T01:22:38.500" v="10035" actId="1076"/>
          <ac:spMkLst>
            <pc:docMk/>
            <pc:sldMk cId="0" sldId="256"/>
            <ac:spMk id="123" creationId="{00000000-0000-0000-0000-000000000000}"/>
          </ac:spMkLst>
        </pc:spChg>
        <pc:spChg chg="mod">
          <ac:chgData name="Bradley Allen" userId="2d0c7fe3923baaf8" providerId="LiveId" clId="{016EF061-00C0-4400-8086-11FFA4D8B4ED}" dt="2026-07-10T01:22:38.500" v="10035" actId="1076"/>
          <ac:spMkLst>
            <pc:docMk/>
            <pc:sldMk cId="0" sldId="256"/>
            <ac:spMk id="124" creationId="{00000000-0000-0000-0000-000000000000}"/>
          </ac:spMkLst>
        </pc:spChg>
        <pc:spChg chg="mod">
          <ac:chgData name="Bradley Allen" userId="2d0c7fe3923baaf8" providerId="LiveId" clId="{016EF061-00C0-4400-8086-11FFA4D8B4ED}" dt="2026-07-26T22:28:41.664" v="10980" actId="20577"/>
          <ac:spMkLst>
            <pc:docMk/>
            <pc:sldMk cId="0" sldId="256"/>
            <ac:spMk id="125" creationId="{00000000-0000-0000-0000-000000000000}"/>
          </ac:spMkLst>
        </pc:spChg>
        <pc:spChg chg="mod">
          <ac:chgData name="Bradley Allen" userId="2d0c7fe3923baaf8" providerId="LiveId" clId="{016EF061-00C0-4400-8086-11FFA4D8B4ED}" dt="2026-07-26T22:26:50.552" v="10685" actId="1036"/>
          <ac:spMkLst>
            <pc:docMk/>
            <pc:sldMk cId="0" sldId="256"/>
            <ac:spMk id="126" creationId="{00000000-0000-0000-0000-000000000000}"/>
          </ac:spMkLst>
        </pc:spChg>
        <pc:spChg chg="mod">
          <ac:chgData name="Bradley Allen" userId="2d0c7fe3923baaf8" providerId="LiveId" clId="{016EF061-00C0-4400-8086-11FFA4D8B4ED}" dt="2026-07-10T01:27:38.569" v="10151" actId="1076"/>
          <ac:spMkLst>
            <pc:docMk/>
            <pc:sldMk cId="0" sldId="256"/>
            <ac:spMk id="128" creationId="{00000000-0000-0000-0000-000000000000}"/>
          </ac:spMkLst>
        </pc:spChg>
        <pc:spChg chg="mod">
          <ac:chgData name="Bradley Allen" userId="2d0c7fe3923baaf8" providerId="LiveId" clId="{016EF061-00C0-4400-8086-11FFA4D8B4ED}" dt="2026-07-10T01:23:10.051" v="10036" actId="1076"/>
          <ac:spMkLst>
            <pc:docMk/>
            <pc:sldMk cId="0" sldId="256"/>
            <ac:spMk id="130" creationId="{00000000-0000-0000-0000-000000000000}"/>
          </ac:spMkLst>
        </pc:spChg>
        <pc:spChg chg="mod">
          <ac:chgData name="Bradley Allen" userId="2d0c7fe3923baaf8" providerId="LiveId" clId="{016EF061-00C0-4400-8086-11FFA4D8B4ED}" dt="2026-07-10T01:23:10.051" v="10036" actId="1076"/>
          <ac:spMkLst>
            <pc:docMk/>
            <pc:sldMk cId="0" sldId="256"/>
            <ac:spMk id="131" creationId="{00000000-0000-0000-0000-000000000000}"/>
          </ac:spMkLst>
        </pc:spChg>
        <pc:spChg chg="mod">
          <ac:chgData name="Bradley Allen" userId="2d0c7fe3923baaf8" providerId="LiveId" clId="{016EF061-00C0-4400-8086-11FFA4D8B4ED}" dt="2026-07-10T01:23:10.051" v="10036" actId="1076"/>
          <ac:spMkLst>
            <pc:docMk/>
            <pc:sldMk cId="0" sldId="256"/>
            <ac:spMk id="133" creationId="{00000000-0000-0000-0000-000000000000}"/>
          </ac:spMkLst>
        </pc:spChg>
        <pc:spChg chg="mod">
          <ac:chgData name="Bradley Allen" userId="2d0c7fe3923baaf8" providerId="LiveId" clId="{016EF061-00C0-4400-8086-11FFA4D8B4ED}" dt="2026-07-10T01:23:10.051" v="10036" actId="1076"/>
          <ac:spMkLst>
            <pc:docMk/>
            <pc:sldMk cId="0" sldId="256"/>
            <ac:spMk id="134" creationId="{00000000-0000-0000-0000-000000000000}"/>
          </ac:spMkLst>
        </pc:spChg>
        <pc:spChg chg="mod">
          <ac:chgData name="Bradley Allen" userId="2d0c7fe3923baaf8" providerId="LiveId" clId="{016EF061-00C0-4400-8086-11FFA4D8B4ED}" dt="2026-07-10T01:23:10.051" v="10036" actId="1076"/>
          <ac:spMkLst>
            <pc:docMk/>
            <pc:sldMk cId="0" sldId="256"/>
            <ac:spMk id="135" creationId="{00000000-0000-0000-0000-000000000000}"/>
          </ac:spMkLst>
        </pc:spChg>
        <pc:spChg chg="mod">
          <ac:chgData name="Bradley Allen" userId="2d0c7fe3923baaf8" providerId="LiveId" clId="{016EF061-00C0-4400-8086-11FFA4D8B4ED}" dt="2026-07-26T23:20:10.867" v="11014" actId="20577"/>
          <ac:spMkLst>
            <pc:docMk/>
            <pc:sldMk cId="0" sldId="256"/>
            <ac:spMk id="141" creationId="{00000000-0000-0000-0000-000000000000}"/>
          </ac:spMkLst>
        </pc:spChg>
        <pc:grpChg chg="add mod">
          <ac:chgData name="Bradley Allen" userId="2d0c7fe3923baaf8" providerId="LiveId" clId="{016EF061-00C0-4400-8086-11FFA4D8B4ED}" dt="2026-07-26T23:02:13.559" v="11008" actId="1076"/>
          <ac:grpSpMkLst>
            <pc:docMk/>
            <pc:sldMk cId="0" sldId="256"/>
            <ac:grpSpMk id="20" creationId="{1E7AEF00-42CA-3852-A1F6-037E5D2220FB}"/>
          </ac:grpSpMkLst>
        </pc:grpChg>
        <pc:grpChg chg="add del mod">
          <ac:chgData name="Bradley Allen" userId="2d0c7fe3923baaf8" providerId="LiveId" clId="{016EF061-00C0-4400-8086-11FFA4D8B4ED}" dt="2026-07-26T23:01:25.525" v="11001" actId="165"/>
          <ac:grpSpMkLst>
            <pc:docMk/>
            <pc:sldMk cId="0" sldId="256"/>
            <ac:grpSpMk id="33" creationId="{B312C17D-B316-DD05-FD17-0C3E51931967}"/>
          </ac:grpSpMkLst>
        </pc:grpChg>
        <pc:picChg chg="add mod topLvl">
          <ac:chgData name="Bradley Allen" userId="2d0c7fe3923baaf8" providerId="LiveId" clId="{016EF061-00C0-4400-8086-11FFA4D8B4ED}" dt="2026-07-26T23:02:09.990" v="11007" actId="164"/>
          <ac:picMkLst>
            <pc:docMk/>
            <pc:sldMk cId="0" sldId="256"/>
            <ac:picMk id="4" creationId="{BB912C95-6652-5D00-D594-CC6FD3E418F0}"/>
          </ac:picMkLst>
        </pc:picChg>
        <pc:picChg chg="add mod topLvl">
          <ac:chgData name="Bradley Allen" userId="2d0c7fe3923baaf8" providerId="LiveId" clId="{016EF061-00C0-4400-8086-11FFA4D8B4ED}" dt="2026-07-26T23:02:09.990" v="11007" actId="164"/>
          <ac:picMkLst>
            <pc:docMk/>
            <pc:sldMk cId="0" sldId="256"/>
            <ac:picMk id="7" creationId="{94D01711-97DE-5C1E-449A-3238DE157061}"/>
          </ac:picMkLst>
        </pc:picChg>
        <pc:picChg chg="add del mod">
          <ac:chgData name="Bradley Allen" userId="2d0c7fe3923baaf8" providerId="LiveId" clId="{016EF061-00C0-4400-8086-11FFA4D8B4ED}" dt="2026-07-26T22:57:52.376" v="10993" actId="478"/>
          <ac:picMkLst>
            <pc:docMk/>
            <pc:sldMk cId="0" sldId="256"/>
            <ac:picMk id="11" creationId="{F919A264-DA91-222A-72A4-F7FDFADD3E1F}"/>
          </ac:picMkLst>
        </pc:picChg>
        <pc:picChg chg="add mod topLvl">
          <ac:chgData name="Bradley Allen" userId="2d0c7fe3923baaf8" providerId="LiveId" clId="{016EF061-00C0-4400-8086-11FFA4D8B4ED}" dt="2026-07-26T23:02:09.990" v="11007" actId="164"/>
          <ac:picMkLst>
            <pc:docMk/>
            <pc:sldMk cId="0" sldId="256"/>
            <ac:picMk id="13" creationId="{E83C1481-6FD7-A49F-7750-BEAEF102911E}"/>
          </ac:picMkLst>
        </pc:picChg>
        <pc:picChg chg="add mod">
          <ac:chgData name="Bradley Allen" userId="2d0c7fe3923baaf8" providerId="LiveId" clId="{016EF061-00C0-4400-8086-11FFA4D8B4ED}" dt="2026-07-26T23:02:09.990" v="11007" actId="164"/>
          <ac:picMkLst>
            <pc:docMk/>
            <pc:sldMk cId="0" sldId="256"/>
            <ac:picMk id="14" creationId="{71D6BEE1-B232-E2DB-72AC-D02A06C8F334}"/>
          </ac:picMkLst>
        </pc:picChg>
        <pc:picChg chg="add mod topLvl">
          <ac:chgData name="Bradley Allen" userId="2d0c7fe3923baaf8" providerId="LiveId" clId="{016EF061-00C0-4400-8086-11FFA4D8B4ED}" dt="2026-07-26T23:02:09.990" v="11007" actId="164"/>
          <ac:picMkLst>
            <pc:docMk/>
            <pc:sldMk cId="0" sldId="256"/>
            <ac:picMk id="17" creationId="{B9D5B221-0FFA-2C81-48ED-BD72295EB201}"/>
          </ac:picMkLst>
        </pc:picChg>
        <pc:picChg chg="add mod">
          <ac:chgData name="Bradley Allen" userId="2d0c7fe3923baaf8" providerId="LiveId" clId="{016EF061-00C0-4400-8086-11FFA4D8B4ED}" dt="2026-07-10T01:27:38.569" v="10151" actId="1076"/>
          <ac:picMkLst>
            <pc:docMk/>
            <pc:sldMk cId="0" sldId="256"/>
            <ac:picMk id="19" creationId="{6FE5F101-B674-B9AA-C503-343A2004A653}"/>
          </ac:picMkLst>
        </pc:picChg>
        <pc:picChg chg="add mod">
          <ac:chgData name="Bradley Allen" userId="2d0c7fe3923baaf8" providerId="LiveId" clId="{016EF061-00C0-4400-8086-11FFA4D8B4ED}" dt="2026-07-26T22:26:50.552" v="10685" actId="1036"/>
          <ac:picMkLst>
            <pc:docMk/>
            <pc:sldMk cId="0" sldId="256"/>
            <ac:picMk id="21" creationId="{2E8286AE-23DD-C677-EC6D-8C40F236AB81}"/>
          </ac:picMkLst>
        </pc:picChg>
        <pc:picChg chg="add mod">
          <ac:chgData name="Bradley Allen" userId="2d0c7fe3923baaf8" providerId="LiveId" clId="{016EF061-00C0-4400-8086-11FFA4D8B4ED}" dt="2026-07-26T23:21:53.319" v="11018" actId="1076"/>
          <ac:picMkLst>
            <pc:docMk/>
            <pc:sldMk cId="0" sldId="256"/>
            <ac:picMk id="22" creationId="{592A3389-E93A-1F33-F1D3-231647A6F63B}"/>
          </ac:picMkLst>
        </pc:picChg>
        <pc:picChg chg="add mod">
          <ac:chgData name="Bradley Allen" userId="2d0c7fe3923baaf8" providerId="LiveId" clId="{016EF061-00C0-4400-8086-11FFA4D8B4ED}" dt="2026-07-26T22:26:50.552" v="10685" actId="1036"/>
          <ac:picMkLst>
            <pc:docMk/>
            <pc:sldMk cId="0" sldId="256"/>
            <ac:picMk id="23" creationId="{1C911A44-6CBB-26FB-9946-5DA04D4ECC5B}"/>
          </ac:picMkLst>
        </pc:picChg>
        <pc:picChg chg="add mod">
          <ac:chgData name="Bradley Allen" userId="2d0c7fe3923baaf8" providerId="LiveId" clId="{016EF061-00C0-4400-8086-11FFA4D8B4ED}" dt="2026-07-10T01:24:24.018" v="10053" actId="1076"/>
          <ac:picMkLst>
            <pc:docMk/>
            <pc:sldMk cId="0" sldId="256"/>
            <ac:picMk id="44" creationId="{838E606F-1E2F-E179-759E-A57494C72726}"/>
          </ac:picMkLst>
        </pc:picChg>
        <pc:picChg chg="mod">
          <ac:chgData name="Bradley Allen" userId="2d0c7fe3923baaf8" providerId="LiveId" clId="{016EF061-00C0-4400-8086-11FFA4D8B4ED}" dt="2026-07-10T01:20:05.523" v="10031" actId="1076"/>
          <ac:picMkLst>
            <pc:docMk/>
            <pc:sldMk cId="0" sldId="256"/>
            <ac:picMk id="96" creationId="{00000000-0000-0000-0000-000000000000}"/>
          </ac:picMkLst>
        </pc:picChg>
        <pc:picChg chg="mod">
          <ac:chgData name="Bradley Allen" userId="2d0c7fe3923baaf8" providerId="LiveId" clId="{016EF061-00C0-4400-8086-11FFA4D8B4ED}" dt="2026-07-10T01:20:31.359" v="10032" actId="1076"/>
          <ac:picMkLst>
            <pc:docMk/>
            <pc:sldMk cId="0" sldId="256"/>
            <ac:picMk id="102" creationId="{00000000-0000-0000-0000-000000000000}"/>
          </ac:picMkLst>
        </pc:picChg>
        <pc:picChg chg="mod">
          <ac:chgData name="Bradley Allen" userId="2d0c7fe3923baaf8" providerId="LiveId" clId="{016EF061-00C0-4400-8086-11FFA4D8B4ED}" dt="2026-07-10T01:25:07.479" v="10057" actId="1076"/>
          <ac:picMkLst>
            <pc:docMk/>
            <pc:sldMk cId="0" sldId="256"/>
            <ac:picMk id="108" creationId="{00000000-0000-0000-0000-000000000000}"/>
          </ac:picMkLst>
        </pc:picChg>
        <pc:picChg chg="mod">
          <ac:chgData name="Bradley Allen" userId="2d0c7fe3923baaf8" providerId="LiveId" clId="{016EF061-00C0-4400-8086-11FFA4D8B4ED}" dt="2026-07-10T01:19:33.348" v="10029" actId="1076"/>
          <ac:picMkLst>
            <pc:docMk/>
            <pc:sldMk cId="0" sldId="256"/>
            <ac:picMk id="116" creationId="{00000000-0000-0000-0000-000000000000}"/>
          </ac:picMkLst>
        </pc:picChg>
        <pc:picChg chg="mod">
          <ac:chgData name="Bradley Allen" userId="2d0c7fe3923baaf8" providerId="LiveId" clId="{016EF061-00C0-4400-8086-11FFA4D8B4ED}" dt="2026-07-10T01:23:10.051" v="10036" actId="1076"/>
          <ac:picMkLst>
            <pc:docMk/>
            <pc:sldMk cId="0" sldId="256"/>
            <ac:picMk id="132" creationId="{00000000-0000-0000-0000-000000000000}"/>
          </ac:picMkLst>
        </pc:picChg>
      </pc:sldChg>
    </pc:docChg>
  </pc:docChgLst>
  <pc:docChgLst>
    <pc:chgData name="Bradley Allen" userId="2d0c7fe3923baaf8" providerId="LiveId" clId="{C5B77FC4-1980-4D1F-9C83-2D8AF4DFF696}"/>
    <pc:docChg chg="undo custSel modSld">
      <pc:chgData name="Bradley Allen" userId="2d0c7fe3923baaf8" providerId="LiveId" clId="{C5B77FC4-1980-4D1F-9C83-2D8AF4DFF696}" dt="2026-07-18T19:07:29.636" v="880" actId="948"/>
      <pc:docMkLst>
        <pc:docMk/>
      </pc:docMkLst>
      <pc:sldChg chg="modSp mod">
        <pc:chgData name="Bradley Allen" userId="2d0c7fe3923baaf8" providerId="LiveId" clId="{C5B77FC4-1980-4D1F-9C83-2D8AF4DFF696}" dt="2026-07-18T19:07:29.636" v="880" actId="948"/>
        <pc:sldMkLst>
          <pc:docMk/>
          <pc:sldMk cId="0" sldId="256"/>
        </pc:sldMkLst>
        <pc:spChg chg="mod">
          <ac:chgData name="Bradley Allen" userId="2d0c7fe3923baaf8" providerId="LiveId" clId="{C5B77FC4-1980-4D1F-9C83-2D8AF4DFF696}" dt="2026-07-18T19:04:54.368" v="868" actId="1076"/>
          <ac:spMkLst>
            <pc:docMk/>
            <pc:sldMk cId="0" sldId="256"/>
            <ac:spMk id="25" creationId="{4F2C221E-B381-5E5B-E1A5-B6C3C7AEBE77}"/>
          </ac:spMkLst>
        </pc:spChg>
        <pc:spChg chg="mod">
          <ac:chgData name="Bradley Allen" userId="2d0c7fe3923baaf8" providerId="LiveId" clId="{C5B77FC4-1980-4D1F-9C83-2D8AF4DFF696}" dt="2026-07-18T19:04:54.368" v="868" actId="1076"/>
          <ac:spMkLst>
            <pc:docMk/>
            <pc:sldMk cId="0" sldId="256"/>
            <ac:spMk id="29" creationId="{56EC34F0-8078-3E7E-A1FD-5D02FEC299E0}"/>
          </ac:spMkLst>
        </pc:spChg>
        <pc:spChg chg="mod">
          <ac:chgData name="Bradley Allen" userId="2d0c7fe3923baaf8" providerId="LiveId" clId="{C5B77FC4-1980-4D1F-9C83-2D8AF4DFF696}" dt="2026-07-18T19:04:30.838" v="867" actId="1076"/>
          <ac:spMkLst>
            <pc:docMk/>
            <pc:sldMk cId="0" sldId="256"/>
            <ac:spMk id="31" creationId="{B2174B0E-1FD0-13C4-B143-4A27EAE18F99}"/>
          </ac:spMkLst>
        </pc:spChg>
        <pc:spChg chg="mod">
          <ac:chgData name="Bradley Allen" userId="2d0c7fe3923baaf8" providerId="LiveId" clId="{C5B77FC4-1980-4D1F-9C83-2D8AF4DFF696}" dt="2026-07-18T19:05:58.583" v="871" actId="14100"/>
          <ac:spMkLst>
            <pc:docMk/>
            <pc:sldMk cId="0" sldId="256"/>
            <ac:spMk id="40" creationId="{A0A14857-8359-40D7-6575-D5201FA424CB}"/>
          </ac:spMkLst>
        </pc:spChg>
        <pc:spChg chg="mod">
          <ac:chgData name="Bradley Allen" userId="2d0c7fe3923baaf8" providerId="LiveId" clId="{C5B77FC4-1980-4D1F-9C83-2D8AF4DFF696}" dt="2026-07-18T19:06:43.519" v="876" actId="1076"/>
          <ac:spMkLst>
            <pc:docMk/>
            <pc:sldMk cId="0" sldId="256"/>
            <ac:spMk id="42" creationId="{7B6E7A56-0F6D-92C5-EEA7-EEF2F48AB607}"/>
          </ac:spMkLst>
        </pc:spChg>
        <pc:spChg chg="mod">
          <ac:chgData name="Bradley Allen" userId="2d0c7fe3923baaf8" providerId="LiveId" clId="{C5B77FC4-1980-4D1F-9C83-2D8AF4DFF696}" dt="2026-07-18T19:06:43.519" v="876" actId="1076"/>
          <ac:spMkLst>
            <pc:docMk/>
            <pc:sldMk cId="0" sldId="256"/>
            <ac:spMk id="46" creationId="{9170D7E1-68AA-9DC8-74AF-B901549CFA24}"/>
          </ac:spMkLst>
        </pc:spChg>
        <pc:spChg chg="mod">
          <ac:chgData name="Bradley Allen" userId="2d0c7fe3923baaf8" providerId="LiveId" clId="{C5B77FC4-1980-4D1F-9C83-2D8AF4DFF696}" dt="2026-07-18T19:06:43.519" v="876" actId="1076"/>
          <ac:spMkLst>
            <pc:docMk/>
            <pc:sldMk cId="0" sldId="256"/>
            <ac:spMk id="48" creationId="{E949CD2B-E87C-E711-6C48-C83BC01694CC}"/>
          </ac:spMkLst>
        </pc:spChg>
        <pc:spChg chg="mod">
          <ac:chgData name="Bradley Allen" userId="2d0c7fe3923baaf8" providerId="LiveId" clId="{C5B77FC4-1980-4D1F-9C83-2D8AF4DFF696}" dt="2026-07-18T19:07:29.636" v="880" actId="948"/>
          <ac:spMkLst>
            <pc:docMk/>
            <pc:sldMk cId="0" sldId="256"/>
            <ac:spMk id="50" creationId="{AC2B5757-3EB2-40CC-B58E-1BAA413C6E3D}"/>
          </ac:spMkLst>
        </pc:spChg>
        <pc:spChg chg="mod">
          <ac:chgData name="Bradley Allen" userId="2d0c7fe3923baaf8" providerId="LiveId" clId="{C5B77FC4-1980-4D1F-9C83-2D8AF4DFF696}" dt="2026-07-18T18:56:36.583" v="724" actId="1076"/>
          <ac:spMkLst>
            <pc:docMk/>
            <pc:sldMk cId="0" sldId="256"/>
            <ac:spMk id="55" creationId="{E585BE31-BD5A-869E-2A7E-EDE334EB1568}"/>
          </ac:spMkLst>
        </pc:spChg>
        <pc:spChg chg="mod">
          <ac:chgData name="Bradley Allen" userId="2d0c7fe3923baaf8" providerId="LiveId" clId="{C5B77FC4-1980-4D1F-9C83-2D8AF4DFF696}" dt="2026-07-18T18:47:09.609" v="253" actId="20577"/>
          <ac:spMkLst>
            <pc:docMk/>
            <pc:sldMk cId="0" sldId="256"/>
            <ac:spMk id="99" creationId="{00000000-0000-0000-0000-000000000000}"/>
          </ac:spMkLst>
        </pc:spChg>
        <pc:spChg chg="mod">
          <ac:chgData name="Bradley Allen" userId="2d0c7fe3923baaf8" providerId="LiveId" clId="{C5B77FC4-1980-4D1F-9C83-2D8AF4DFF696}" dt="2026-07-18T18:50:55.181" v="499" actId="20577"/>
          <ac:spMkLst>
            <pc:docMk/>
            <pc:sldMk cId="0" sldId="256"/>
            <ac:spMk id="105" creationId="{00000000-0000-0000-0000-000000000000}"/>
          </ac:spMkLst>
        </pc:spChg>
        <pc:spChg chg="mod">
          <ac:chgData name="Bradley Allen" userId="2d0c7fe3923baaf8" providerId="LiveId" clId="{C5B77FC4-1980-4D1F-9C83-2D8AF4DFF696}" dt="2026-07-18T18:58:55.593" v="763" actId="20577"/>
          <ac:spMkLst>
            <pc:docMk/>
            <pc:sldMk cId="0" sldId="256"/>
            <ac:spMk id="111" creationId="{00000000-0000-0000-0000-000000000000}"/>
          </ac:spMkLst>
        </pc:spChg>
        <pc:spChg chg="mod">
          <ac:chgData name="Bradley Allen" userId="2d0c7fe3923baaf8" providerId="LiveId" clId="{C5B77FC4-1980-4D1F-9C83-2D8AF4DFF696}" dt="2026-07-18T18:52:55.752" v="571" actId="20577"/>
          <ac:spMkLst>
            <pc:docMk/>
            <pc:sldMk cId="0" sldId="256"/>
            <ac:spMk id="119" creationId="{00000000-0000-0000-0000-000000000000}"/>
          </ac:spMkLst>
        </pc:spChg>
        <pc:spChg chg="mod">
          <ac:chgData name="Bradley Allen" userId="2d0c7fe3923baaf8" providerId="LiveId" clId="{C5B77FC4-1980-4D1F-9C83-2D8AF4DFF696}" dt="2026-07-18T19:03:47.263" v="860" actId="14100"/>
          <ac:spMkLst>
            <pc:docMk/>
            <pc:sldMk cId="0" sldId="256"/>
            <ac:spMk id="120" creationId="{00000000-0000-0000-0000-000000000000}"/>
          </ac:spMkLst>
        </pc:spChg>
        <pc:spChg chg="mod">
          <ac:chgData name="Bradley Allen" userId="2d0c7fe3923baaf8" providerId="LiveId" clId="{C5B77FC4-1980-4D1F-9C83-2D8AF4DFF696}" dt="2026-07-18T18:55:18.536" v="714" actId="20577"/>
          <ac:spMkLst>
            <pc:docMk/>
            <pc:sldMk cId="0" sldId="256"/>
            <ac:spMk id="125" creationId="{00000000-0000-0000-0000-000000000000}"/>
          </ac:spMkLst>
        </pc:spChg>
        <pc:spChg chg="mod">
          <ac:chgData name="Bradley Allen" userId="2d0c7fe3923baaf8" providerId="LiveId" clId="{C5B77FC4-1980-4D1F-9C83-2D8AF4DFF696}" dt="2026-07-18T18:55:48.001" v="718" actId="1076"/>
          <ac:spMkLst>
            <pc:docMk/>
            <pc:sldMk cId="0" sldId="256"/>
            <ac:spMk id="126" creationId="{00000000-0000-0000-0000-000000000000}"/>
          </ac:spMkLst>
        </pc:spChg>
        <pc:spChg chg="mod">
          <ac:chgData name="Bradley Allen" userId="2d0c7fe3923baaf8" providerId="LiveId" clId="{C5B77FC4-1980-4D1F-9C83-2D8AF4DFF696}" dt="2026-07-18T19:03:52.799" v="861" actId="14100"/>
          <ac:spMkLst>
            <pc:docMk/>
            <pc:sldMk cId="0" sldId="256"/>
            <ac:spMk id="128" creationId="{00000000-0000-0000-0000-000000000000}"/>
          </ac:spMkLst>
        </pc:spChg>
        <pc:spChg chg="mod">
          <ac:chgData name="Bradley Allen" userId="2d0c7fe3923baaf8" providerId="LiveId" clId="{C5B77FC4-1980-4D1F-9C83-2D8AF4DFF696}" dt="2026-07-18T19:05:52.695" v="870" actId="14100"/>
          <ac:spMkLst>
            <pc:docMk/>
            <pc:sldMk cId="0" sldId="256"/>
            <ac:spMk id="130" creationId="{00000000-0000-0000-0000-000000000000}"/>
          </ac:spMkLst>
        </pc:spChg>
        <pc:spChg chg="mod">
          <ac:chgData name="Bradley Allen" userId="2d0c7fe3923baaf8" providerId="LiveId" clId="{C5B77FC4-1980-4D1F-9C83-2D8AF4DFF696}" dt="2026-07-18T19:05:31.951" v="869" actId="1076"/>
          <ac:spMkLst>
            <pc:docMk/>
            <pc:sldMk cId="0" sldId="256"/>
            <ac:spMk id="131" creationId="{00000000-0000-0000-0000-000000000000}"/>
          </ac:spMkLst>
        </pc:spChg>
        <pc:spChg chg="mod">
          <ac:chgData name="Bradley Allen" userId="2d0c7fe3923baaf8" providerId="LiveId" clId="{C5B77FC4-1980-4D1F-9C83-2D8AF4DFF696}" dt="2026-07-18T19:05:31.951" v="869" actId="1076"/>
          <ac:spMkLst>
            <pc:docMk/>
            <pc:sldMk cId="0" sldId="256"/>
            <ac:spMk id="133" creationId="{00000000-0000-0000-0000-000000000000}"/>
          </ac:spMkLst>
        </pc:spChg>
        <pc:spChg chg="mod">
          <ac:chgData name="Bradley Allen" userId="2d0c7fe3923baaf8" providerId="LiveId" clId="{C5B77FC4-1980-4D1F-9C83-2D8AF4DFF696}" dt="2026-07-18T19:05:31.951" v="869" actId="1076"/>
          <ac:spMkLst>
            <pc:docMk/>
            <pc:sldMk cId="0" sldId="256"/>
            <ac:spMk id="135" creationId="{00000000-0000-0000-0000-000000000000}"/>
          </ac:spMkLst>
        </pc:spChg>
        <pc:picChg chg="mod">
          <ac:chgData name="Bradley Allen" userId="2d0c7fe3923baaf8" providerId="LiveId" clId="{C5B77FC4-1980-4D1F-9C83-2D8AF4DFF696}" dt="2026-07-18T19:04:22.783" v="866" actId="1076"/>
          <ac:picMkLst>
            <pc:docMk/>
            <pc:sldMk cId="0" sldId="256"/>
            <ac:picMk id="19" creationId="{6FE5F101-B674-B9AA-C503-343A2004A653}"/>
          </ac:picMkLst>
        </pc:picChg>
        <pc:picChg chg="mod">
          <ac:chgData name="Bradley Allen" userId="2d0c7fe3923baaf8" providerId="LiveId" clId="{C5B77FC4-1980-4D1F-9C83-2D8AF4DFF696}" dt="2026-07-18T19:04:54.368" v="868" actId="1076"/>
          <ac:picMkLst>
            <pc:docMk/>
            <pc:sldMk cId="0" sldId="256"/>
            <ac:picMk id="21" creationId="{2E8286AE-23DD-C677-EC6D-8C40F236AB81}"/>
          </ac:picMkLst>
        </pc:picChg>
        <pc:picChg chg="mod">
          <ac:chgData name="Bradley Allen" userId="2d0c7fe3923baaf8" providerId="LiveId" clId="{C5B77FC4-1980-4D1F-9C83-2D8AF4DFF696}" dt="2026-07-18T19:04:54.368" v="868" actId="1076"/>
          <ac:picMkLst>
            <pc:docMk/>
            <pc:sldMk cId="0" sldId="256"/>
            <ac:picMk id="23" creationId="{1C911A44-6CBB-26FB-9946-5DA04D4ECC5B}"/>
          </ac:picMkLst>
        </pc:picChg>
        <pc:picChg chg="mod">
          <ac:chgData name="Bradley Allen" userId="2d0c7fe3923baaf8" providerId="LiveId" clId="{C5B77FC4-1980-4D1F-9C83-2D8AF4DFF696}" dt="2026-07-18T19:06:43.519" v="876" actId="1076"/>
          <ac:picMkLst>
            <pc:docMk/>
            <pc:sldMk cId="0" sldId="256"/>
            <ac:picMk id="44" creationId="{838E606F-1E2F-E179-759E-A57494C72726}"/>
          </ac:picMkLst>
        </pc:picChg>
        <pc:picChg chg="mod">
          <ac:chgData name="Bradley Allen" userId="2d0c7fe3923baaf8" providerId="LiveId" clId="{C5B77FC4-1980-4D1F-9C83-2D8AF4DFF696}" dt="2026-07-18T19:05:31.951" v="869" actId="1076"/>
          <ac:picMkLst>
            <pc:docMk/>
            <pc:sldMk cId="0" sldId="256"/>
            <ac:picMk id="13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1177/1073191113514106" TargetMode="External"/><Relationship Id="rId13" Type="http://schemas.openxmlformats.org/officeDocument/2006/relationships/hyperlink" Target="https://doi.org/10.1080/10615800903377264" TargetMode="External"/><Relationship Id="rId18" Type="http://schemas.openxmlformats.org/officeDocument/2006/relationships/image" Target="../media/image8.png"/><Relationship Id="rId3" Type="http://schemas.openxmlformats.org/officeDocument/2006/relationships/image" Target="../media/image1.png"/><Relationship Id="rId21" Type="http://schemas.openxmlformats.org/officeDocument/2006/relationships/image" Target="../media/image11.png"/><Relationship Id="rId7" Type="http://schemas.openxmlformats.org/officeDocument/2006/relationships/image" Target="../media/image5.png"/><Relationship Id="rId12" Type="http://schemas.openxmlformats.org/officeDocument/2006/relationships/hyperlink" Target="https://doi.org/10.1146/annurev-psych-122216-011845" TargetMode="External"/><Relationship Id="rId17" Type="http://schemas.openxmlformats.org/officeDocument/2006/relationships/image" Target="../media/image7.png"/><Relationship Id="rId2" Type="http://schemas.openxmlformats.org/officeDocument/2006/relationships/notesSlide" Target="../notesSlides/notesSlide1.xml"/><Relationship Id="rId16" Type="http://schemas.openxmlformats.org/officeDocument/2006/relationships/image" Target="../media/image6.png"/><Relationship Id="rId20"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hyperlink" Target="https://doi.org/10.1371/journal.pbio.3000691" TargetMode="External"/><Relationship Id="rId5" Type="http://schemas.openxmlformats.org/officeDocument/2006/relationships/image" Target="../media/image3.png"/><Relationship Id="rId15" Type="http://schemas.openxmlformats.org/officeDocument/2006/relationships/hyperlink" Target="https://doi.org/10.1073/pnas.2208863120" TargetMode="External"/><Relationship Id="rId10" Type="http://schemas.openxmlformats.org/officeDocument/2006/relationships/hyperlink" Target="https://doi.org/10.1038/s44271-023-00003-2" TargetMode="External"/><Relationship Id="rId19" Type="http://schemas.openxmlformats.org/officeDocument/2006/relationships/image" Target="../media/image9.png"/><Relationship Id="rId4" Type="http://schemas.openxmlformats.org/officeDocument/2006/relationships/image" Target="../media/image2.png"/><Relationship Id="rId9" Type="http://schemas.openxmlformats.org/officeDocument/2006/relationships/hyperlink" Target="https://doi.org/10.1016/S0092-6566(03)00046-1" TargetMode="External"/><Relationship Id="rId14" Type="http://schemas.openxmlformats.org/officeDocument/2006/relationships/hyperlink" Target="https://doi.org/10.3389/fpsyg.2011.0017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p:nvPr/>
        </p:nvSpPr>
        <p:spPr>
          <a:xfrm>
            <a:off x="0" y="0"/>
            <a:ext cx="43891200" cy="32918400"/>
          </a:xfrm>
          <a:prstGeom prst="rect">
            <a:avLst/>
          </a:prstGeom>
          <a:solidFill>
            <a:srgbClr val="E3EAF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5" name="Google Shape;85;p13"/>
          <p:cNvSpPr/>
          <p:nvPr/>
        </p:nvSpPr>
        <p:spPr>
          <a:xfrm>
            <a:off x="914400" y="914400"/>
            <a:ext cx="42062400" cy="4206240"/>
          </a:xfrm>
          <a:prstGeom prst="roundRect">
            <a:avLst>
              <a:gd name="adj" fmla="val 5000"/>
            </a:avLst>
          </a:prstGeom>
          <a:solidFill>
            <a:srgbClr val="003B5C"/>
          </a:solidFill>
          <a:ln>
            <a:noFill/>
          </a:ln>
          <a:effectLst>
            <a:outerShdw blurRad="100584" dist="54864" dir="5400000" rotWithShape="0">
              <a:srgbClr val="16242E">
                <a:alpha val="5803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86" name="Google Shape;86;p13" descr="wu-signature-white.png"/>
          <p:cNvPicPr preferRelativeResize="0"/>
          <p:nvPr/>
        </p:nvPicPr>
        <p:blipFill rotWithShape="1">
          <a:blip r:embed="rId3">
            <a:alphaModFix/>
          </a:blip>
          <a:srcRect/>
          <a:stretch/>
        </p:blipFill>
        <p:spPr>
          <a:xfrm>
            <a:off x="31043880" y="2269120"/>
            <a:ext cx="11155680" cy="1496800"/>
          </a:xfrm>
          <a:prstGeom prst="rect">
            <a:avLst/>
          </a:prstGeom>
          <a:noFill/>
          <a:ln>
            <a:noFill/>
          </a:ln>
        </p:spPr>
      </p:pic>
      <p:sp>
        <p:nvSpPr>
          <p:cNvPr id="87" name="Google Shape;87;p13"/>
          <p:cNvSpPr txBox="1"/>
          <p:nvPr/>
        </p:nvSpPr>
        <p:spPr>
          <a:xfrm>
            <a:off x="1691640" y="1800570"/>
            <a:ext cx="28895100" cy="2525818"/>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8000" b="1" i="0" u="none" strike="noStrike" cap="none" dirty="0">
                <a:solidFill>
                  <a:srgbClr val="FFFFFF"/>
                </a:solidFill>
                <a:latin typeface="Open Sans"/>
                <a:ea typeface="Open Sans"/>
                <a:cs typeface="Open Sans"/>
                <a:sym typeface="Open Sans"/>
              </a:rPr>
              <a:t>Testing Replication With Open-Source Data</a:t>
            </a:r>
            <a:endParaRPr dirty="0"/>
          </a:p>
          <a:p>
            <a:pPr marL="0" marR="0" lvl="0" indent="0" algn="l" rtl="0">
              <a:spcBef>
                <a:spcPts val="1000"/>
              </a:spcBef>
              <a:spcAft>
                <a:spcPts val="0"/>
              </a:spcAft>
              <a:buNone/>
            </a:pPr>
            <a:r>
              <a:rPr lang="en-US" sz="3700" b="0" i="0" u="none" strike="noStrike" cap="none" dirty="0">
                <a:solidFill>
                  <a:srgbClr val="C6AA76"/>
                </a:solidFill>
                <a:latin typeface="Open Sans"/>
                <a:ea typeface="Open Sans"/>
                <a:cs typeface="Open Sans"/>
                <a:sym typeface="Open Sans"/>
              </a:rPr>
              <a:t>Bradley Allen</a:t>
            </a:r>
            <a:endParaRPr dirty="0"/>
          </a:p>
          <a:p>
            <a:pPr marL="0" marR="0" lvl="0" indent="0" algn="l" rtl="0">
              <a:spcBef>
                <a:spcPts val="600"/>
              </a:spcBef>
              <a:spcAft>
                <a:spcPts val="0"/>
              </a:spcAft>
              <a:buNone/>
            </a:pPr>
            <a:r>
              <a:rPr lang="en-US" sz="2900" b="0" i="1" u="none" strike="noStrike" cap="none" dirty="0">
                <a:solidFill>
                  <a:srgbClr val="CFDDE8"/>
                </a:solidFill>
                <a:latin typeface="Open Sans"/>
                <a:ea typeface="Open Sans"/>
                <a:cs typeface="Open Sans"/>
                <a:sym typeface="Open Sans"/>
              </a:rPr>
              <a:t>DATA 510 Data Science Capstone  ·  </a:t>
            </a:r>
            <a:r>
              <a:rPr lang="en-US" sz="2900" i="1" dirty="0">
                <a:solidFill>
                  <a:srgbClr val="CFDDE8"/>
                </a:solidFill>
                <a:latin typeface="Open Sans"/>
                <a:ea typeface="Open Sans"/>
                <a:cs typeface="Open Sans"/>
                <a:sym typeface="Open Sans"/>
              </a:rPr>
              <a:t>Summer </a:t>
            </a:r>
            <a:r>
              <a:rPr lang="en-US" sz="2900" b="0" i="1" u="none" strike="noStrike" cap="none" dirty="0">
                <a:solidFill>
                  <a:srgbClr val="CFDDE8"/>
                </a:solidFill>
                <a:latin typeface="Open Sans"/>
                <a:ea typeface="Open Sans"/>
                <a:cs typeface="Open Sans"/>
                <a:sym typeface="Open Sans"/>
              </a:rPr>
              <a:t> 2026</a:t>
            </a:r>
            <a:endParaRPr dirty="0"/>
          </a:p>
        </p:txBody>
      </p:sp>
      <p:sp>
        <p:nvSpPr>
          <p:cNvPr id="88" name="Google Shape;88;p13"/>
          <p:cNvSpPr/>
          <p:nvPr/>
        </p:nvSpPr>
        <p:spPr>
          <a:xfrm>
            <a:off x="914400" y="5669279"/>
            <a:ext cx="13655039" cy="4409333"/>
          </a:xfrm>
          <a:prstGeom prst="roundRect">
            <a:avLst>
              <a:gd name="adj" fmla="val 4000"/>
            </a:avLst>
          </a:prstGeom>
          <a:solidFill>
            <a:srgbClr val="FFFFFF"/>
          </a:solidFill>
          <a:ln>
            <a:noFill/>
          </a:ln>
          <a:effectLst>
            <a:outerShdw blurRad="100584" dist="54864" dir="5400000" rotWithShape="0">
              <a:srgbClr val="16242E">
                <a:alpha val="5803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89" name="Google Shape;89;p13"/>
          <p:cNvSpPr/>
          <p:nvPr/>
        </p:nvSpPr>
        <p:spPr>
          <a:xfrm>
            <a:off x="1417320" y="6126479"/>
            <a:ext cx="841248" cy="841248"/>
          </a:xfrm>
          <a:prstGeom prst="ellipse">
            <a:avLst/>
          </a:prstGeom>
          <a:solidFill>
            <a:srgbClr val="003B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0" name="Google Shape;90;p13" descr="compass_white.png"/>
          <p:cNvPicPr preferRelativeResize="0"/>
          <p:nvPr/>
        </p:nvPicPr>
        <p:blipFill rotWithShape="1">
          <a:blip r:embed="rId4">
            <a:alphaModFix/>
          </a:blip>
          <a:srcRect/>
          <a:stretch/>
        </p:blipFill>
        <p:spPr>
          <a:xfrm>
            <a:off x="1560332" y="6269492"/>
            <a:ext cx="555223" cy="563348"/>
          </a:xfrm>
          <a:prstGeom prst="rect">
            <a:avLst/>
          </a:prstGeom>
          <a:noFill/>
          <a:ln>
            <a:noFill/>
          </a:ln>
        </p:spPr>
      </p:pic>
      <p:sp>
        <p:nvSpPr>
          <p:cNvPr id="91" name="Google Shape;91;p13"/>
          <p:cNvSpPr txBox="1"/>
          <p:nvPr/>
        </p:nvSpPr>
        <p:spPr>
          <a:xfrm>
            <a:off x="2578608" y="5925312"/>
            <a:ext cx="11487911" cy="1243584"/>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3000" b="1" i="0" u="none" strike="noStrike" cap="none">
                <a:solidFill>
                  <a:srgbClr val="003B5C"/>
                </a:solidFill>
                <a:latin typeface="Open Sans"/>
                <a:ea typeface="Open Sans"/>
                <a:cs typeface="Open Sans"/>
                <a:sym typeface="Open Sans"/>
              </a:rPr>
              <a:t>Abstract</a:t>
            </a:r>
            <a:endParaRPr/>
          </a:p>
        </p:txBody>
      </p:sp>
      <p:sp>
        <p:nvSpPr>
          <p:cNvPr id="92" name="Google Shape;92;p13"/>
          <p:cNvSpPr/>
          <p:nvPr/>
        </p:nvSpPr>
        <p:spPr>
          <a:xfrm>
            <a:off x="1417320" y="7223759"/>
            <a:ext cx="12649199" cy="32004"/>
          </a:xfrm>
          <a:prstGeom prst="rect">
            <a:avLst/>
          </a:prstGeom>
          <a:solidFill>
            <a:srgbClr val="C6AA7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3" name="Google Shape;93;p13"/>
          <p:cNvSpPr txBox="1"/>
          <p:nvPr/>
        </p:nvSpPr>
        <p:spPr>
          <a:xfrm>
            <a:off x="1417320" y="7443215"/>
            <a:ext cx="12649199" cy="2289856"/>
          </a:xfrm>
          <a:prstGeom prst="rect">
            <a:avLst/>
          </a:prstGeom>
          <a:noFill/>
          <a:ln>
            <a:noFill/>
          </a:ln>
        </p:spPr>
        <p:txBody>
          <a:bodyPr spcFirstLastPara="1" wrap="square" lIns="91425" tIns="36575" rIns="91425" bIns="36575" anchor="t" anchorCtr="0">
            <a:spAutoFit/>
          </a:bodyPr>
          <a:lstStyle/>
          <a:p>
            <a:pPr marL="0" marR="0" lvl="0" indent="0" algn="l" rtl="0">
              <a:spcBef>
                <a:spcPts val="0"/>
              </a:spcBef>
              <a:spcAft>
                <a:spcPts val="0"/>
              </a:spcAft>
              <a:buNone/>
            </a:pPr>
            <a:r>
              <a:rPr lang="en-US" sz="2400" dirty="0"/>
              <a:t>This project leveraged open-source data and open-source-software for replication research in psychological science.  Findings included:</a:t>
            </a:r>
          </a:p>
          <a:p>
            <a:pPr marL="342900" marR="0" lvl="0" indent="-342900" algn="l" rtl="0">
              <a:spcBef>
                <a:spcPts val="0"/>
              </a:spcBef>
              <a:spcAft>
                <a:spcPts val="0"/>
              </a:spcAft>
              <a:buFont typeface="Arial" panose="020B0604020202020204" pitchFamily="34" charset="0"/>
              <a:buChar char="•"/>
            </a:pPr>
            <a:r>
              <a:rPr lang="en-US" sz="2400" dirty="0"/>
              <a:t>Confirmatory Factor Analysis of the 21-item Depression Anxiety Stress Scale (DASS-21)</a:t>
            </a:r>
          </a:p>
          <a:p>
            <a:pPr marL="342900" marR="0" lvl="0" indent="-342900" algn="l" rtl="0">
              <a:spcBef>
                <a:spcPts val="0"/>
              </a:spcBef>
              <a:spcAft>
                <a:spcPts val="0"/>
              </a:spcAft>
              <a:buFont typeface="Arial" panose="020B0604020202020204" pitchFamily="34" charset="0"/>
              <a:buChar char="•"/>
            </a:pPr>
            <a:r>
              <a:rPr lang="en-US" sz="2400" dirty="0"/>
              <a:t>Gender differences in personality traits</a:t>
            </a:r>
          </a:p>
          <a:p>
            <a:pPr marL="342900" marR="0" lvl="0" indent="-342900" algn="l" rtl="0">
              <a:spcBef>
                <a:spcPts val="0"/>
              </a:spcBef>
              <a:spcAft>
                <a:spcPts val="0"/>
              </a:spcAft>
              <a:buFont typeface="Arial" panose="020B0604020202020204" pitchFamily="34" charset="0"/>
              <a:buChar char="•"/>
            </a:pPr>
            <a:r>
              <a:rPr lang="en-US" sz="2400" dirty="0"/>
              <a:t>Gender differences in experiencing depression, anxiety, and stress</a:t>
            </a:r>
          </a:p>
          <a:p>
            <a:pPr marL="342900" marR="0" lvl="0" indent="-342900" algn="l" rtl="0">
              <a:spcBef>
                <a:spcPts val="0"/>
              </a:spcBef>
              <a:spcAft>
                <a:spcPts val="0"/>
              </a:spcAft>
              <a:buFont typeface="Arial" panose="020B0604020202020204" pitchFamily="34" charset="0"/>
              <a:buChar char="•"/>
            </a:pPr>
            <a:r>
              <a:rPr lang="en-US" sz="2400" dirty="0"/>
              <a:t>Personality as a predictor of stress for males and females</a:t>
            </a:r>
            <a:endParaRPr sz="2400" dirty="0"/>
          </a:p>
        </p:txBody>
      </p:sp>
      <p:sp>
        <p:nvSpPr>
          <p:cNvPr id="94" name="Google Shape;94;p13"/>
          <p:cNvSpPr/>
          <p:nvPr/>
        </p:nvSpPr>
        <p:spPr>
          <a:xfrm>
            <a:off x="914400" y="10535812"/>
            <a:ext cx="13655039" cy="5220508"/>
          </a:xfrm>
          <a:prstGeom prst="roundRect">
            <a:avLst>
              <a:gd name="adj" fmla="val 4000"/>
            </a:avLst>
          </a:prstGeom>
          <a:solidFill>
            <a:srgbClr val="FFFFFF"/>
          </a:solidFill>
          <a:ln>
            <a:noFill/>
          </a:ln>
          <a:effectLst>
            <a:outerShdw blurRad="100584" dist="54864" dir="5400000" rotWithShape="0">
              <a:srgbClr val="16242E">
                <a:alpha val="5803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5" name="Google Shape;95;p13"/>
          <p:cNvSpPr/>
          <p:nvPr/>
        </p:nvSpPr>
        <p:spPr>
          <a:xfrm>
            <a:off x="1417320" y="10993012"/>
            <a:ext cx="841248" cy="841248"/>
          </a:xfrm>
          <a:prstGeom prst="ellipse">
            <a:avLst/>
          </a:prstGeom>
          <a:solidFill>
            <a:srgbClr val="003B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96" name="Google Shape;96;p13" descr="compass_white.png"/>
          <p:cNvPicPr preferRelativeResize="0"/>
          <p:nvPr/>
        </p:nvPicPr>
        <p:blipFill rotWithShape="1">
          <a:blip r:embed="rId4">
            <a:alphaModFix/>
          </a:blip>
          <a:srcRect/>
          <a:stretch/>
        </p:blipFill>
        <p:spPr>
          <a:xfrm>
            <a:off x="1560332" y="11136024"/>
            <a:ext cx="555223" cy="563348"/>
          </a:xfrm>
          <a:prstGeom prst="rect">
            <a:avLst/>
          </a:prstGeom>
          <a:noFill/>
          <a:ln>
            <a:noFill/>
          </a:ln>
        </p:spPr>
      </p:pic>
      <p:sp>
        <p:nvSpPr>
          <p:cNvPr id="97" name="Google Shape;97;p13"/>
          <p:cNvSpPr txBox="1"/>
          <p:nvPr/>
        </p:nvSpPr>
        <p:spPr>
          <a:xfrm>
            <a:off x="2578608" y="10791843"/>
            <a:ext cx="11487911" cy="1243584"/>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3000" b="1" i="0" u="none" strike="noStrike" cap="none">
                <a:solidFill>
                  <a:srgbClr val="003B5C"/>
                </a:solidFill>
                <a:latin typeface="Open Sans"/>
                <a:ea typeface="Open Sans"/>
                <a:cs typeface="Open Sans"/>
                <a:sym typeface="Open Sans"/>
              </a:rPr>
              <a:t>Introduction &amp; Motivation</a:t>
            </a:r>
            <a:endParaRPr/>
          </a:p>
        </p:txBody>
      </p:sp>
      <p:sp>
        <p:nvSpPr>
          <p:cNvPr id="98" name="Google Shape;98;p13"/>
          <p:cNvSpPr/>
          <p:nvPr/>
        </p:nvSpPr>
        <p:spPr>
          <a:xfrm>
            <a:off x="1417320" y="12090291"/>
            <a:ext cx="12649199" cy="32004"/>
          </a:xfrm>
          <a:prstGeom prst="rect">
            <a:avLst/>
          </a:prstGeom>
          <a:solidFill>
            <a:srgbClr val="C6AA7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99" name="Google Shape;99;p13"/>
          <p:cNvSpPr txBox="1"/>
          <p:nvPr/>
        </p:nvSpPr>
        <p:spPr>
          <a:xfrm>
            <a:off x="1417320" y="12309748"/>
            <a:ext cx="12649199" cy="2659187"/>
          </a:xfrm>
          <a:prstGeom prst="rect">
            <a:avLst/>
          </a:prstGeom>
          <a:noFill/>
          <a:ln>
            <a:noFill/>
          </a:ln>
        </p:spPr>
        <p:txBody>
          <a:bodyPr spcFirstLastPara="1" wrap="square" lIns="91425" tIns="36575" rIns="91425" bIns="36575" anchor="t" anchorCtr="0">
            <a:spAutoFit/>
          </a:bodyPr>
          <a:lstStyle/>
          <a:p>
            <a:pPr lvl="0"/>
            <a:r>
              <a:rPr lang="en-US" sz="2400" b="1" i="0" u="none" strike="noStrike" cap="none" dirty="0">
                <a:solidFill>
                  <a:srgbClr val="003B5C"/>
                </a:solidFill>
                <a:latin typeface="Open Sans"/>
                <a:ea typeface="Open Sans"/>
                <a:cs typeface="Open Sans"/>
                <a:sym typeface="Open Sans"/>
              </a:rPr>
              <a:t>Problem &amp; question: </a:t>
            </a:r>
            <a:r>
              <a:rPr lang="en-US" sz="2400" dirty="0"/>
              <a:t>In 2011, high rates of replication failure plunged psychological research into a crisis of public trust.  This project aimed to repair that trust by testing replication using open-source data and open-source software.</a:t>
            </a:r>
          </a:p>
          <a:p>
            <a:pPr lvl="0"/>
            <a:r>
              <a:rPr lang="en-US" sz="2400" dirty="0"/>
              <a:t> </a:t>
            </a:r>
            <a:endParaRPr lang="en-US" sz="2400" b="1" i="0" u="none" strike="noStrike" cap="none" dirty="0">
              <a:solidFill>
                <a:srgbClr val="003B5C"/>
              </a:solidFill>
              <a:latin typeface="Open Sans"/>
              <a:ea typeface="Open Sans"/>
              <a:cs typeface="Open Sans"/>
              <a:sym typeface="Open Sans"/>
            </a:endParaRPr>
          </a:p>
          <a:p>
            <a:pPr lvl="0"/>
            <a:r>
              <a:rPr lang="en-US" sz="2400" b="1" i="0" u="none" strike="noStrike" cap="none" dirty="0">
                <a:solidFill>
                  <a:srgbClr val="003B5C"/>
                </a:solidFill>
                <a:latin typeface="Open Sans"/>
                <a:ea typeface="Open Sans"/>
                <a:cs typeface="Open Sans"/>
                <a:sym typeface="Open Sans"/>
              </a:rPr>
              <a:t>Impact &amp; stakeholders: </a:t>
            </a:r>
            <a:r>
              <a:rPr lang="en-US" sz="2400" dirty="0"/>
              <a:t>Replicating findings of gender differences in personality and depression, anxiety, and stress will improve the knowledge base of clinicians who provide mental health treatment.</a:t>
            </a:r>
            <a:endParaRPr dirty="0"/>
          </a:p>
        </p:txBody>
      </p:sp>
      <p:sp>
        <p:nvSpPr>
          <p:cNvPr id="100" name="Google Shape;100;p13"/>
          <p:cNvSpPr/>
          <p:nvPr/>
        </p:nvSpPr>
        <p:spPr>
          <a:xfrm>
            <a:off x="914400" y="16155173"/>
            <a:ext cx="13655039" cy="6556014"/>
          </a:xfrm>
          <a:prstGeom prst="roundRect">
            <a:avLst>
              <a:gd name="adj" fmla="val 4000"/>
            </a:avLst>
          </a:prstGeom>
          <a:solidFill>
            <a:srgbClr val="FFFFFF"/>
          </a:solidFill>
          <a:ln>
            <a:noFill/>
          </a:ln>
          <a:effectLst>
            <a:outerShdw blurRad="100584" dist="54864" dir="5400000" rotWithShape="0">
              <a:srgbClr val="16242E">
                <a:alpha val="5803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1" name="Google Shape;101;p13"/>
          <p:cNvSpPr/>
          <p:nvPr/>
        </p:nvSpPr>
        <p:spPr>
          <a:xfrm>
            <a:off x="1417320" y="16612373"/>
            <a:ext cx="841248" cy="841248"/>
          </a:xfrm>
          <a:prstGeom prst="ellipse">
            <a:avLst/>
          </a:prstGeom>
          <a:solidFill>
            <a:srgbClr val="003B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02" name="Google Shape;102;p13" descr="compass_white.png"/>
          <p:cNvPicPr preferRelativeResize="0"/>
          <p:nvPr/>
        </p:nvPicPr>
        <p:blipFill rotWithShape="1">
          <a:blip r:embed="rId4">
            <a:alphaModFix/>
          </a:blip>
          <a:srcRect/>
          <a:stretch/>
        </p:blipFill>
        <p:spPr>
          <a:xfrm>
            <a:off x="1560332" y="16755385"/>
            <a:ext cx="555223" cy="563348"/>
          </a:xfrm>
          <a:prstGeom prst="rect">
            <a:avLst/>
          </a:prstGeom>
          <a:noFill/>
          <a:ln>
            <a:noFill/>
          </a:ln>
        </p:spPr>
      </p:pic>
      <p:sp>
        <p:nvSpPr>
          <p:cNvPr id="103" name="Google Shape;103;p13"/>
          <p:cNvSpPr txBox="1"/>
          <p:nvPr/>
        </p:nvSpPr>
        <p:spPr>
          <a:xfrm>
            <a:off x="2578608" y="16411205"/>
            <a:ext cx="11487911" cy="1243584"/>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3000" b="1" i="0" u="none" strike="noStrike" cap="none" dirty="0">
                <a:solidFill>
                  <a:srgbClr val="003B5C"/>
                </a:solidFill>
                <a:latin typeface="Open Sans"/>
                <a:ea typeface="Open Sans"/>
                <a:cs typeface="Open Sans"/>
                <a:sym typeface="Open Sans"/>
              </a:rPr>
              <a:t>Background &amp; Related Work</a:t>
            </a:r>
            <a:endParaRPr dirty="0"/>
          </a:p>
        </p:txBody>
      </p:sp>
      <p:sp>
        <p:nvSpPr>
          <p:cNvPr id="104" name="Google Shape;104;p13"/>
          <p:cNvSpPr/>
          <p:nvPr/>
        </p:nvSpPr>
        <p:spPr>
          <a:xfrm>
            <a:off x="1417320" y="17709653"/>
            <a:ext cx="12649199" cy="32004"/>
          </a:xfrm>
          <a:prstGeom prst="rect">
            <a:avLst/>
          </a:prstGeom>
          <a:solidFill>
            <a:srgbClr val="C6AA7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5" name="Google Shape;105;p13"/>
          <p:cNvSpPr txBox="1"/>
          <p:nvPr/>
        </p:nvSpPr>
        <p:spPr>
          <a:xfrm>
            <a:off x="1417320" y="17929109"/>
            <a:ext cx="12649199" cy="5090622"/>
          </a:xfrm>
          <a:prstGeom prst="rect">
            <a:avLst/>
          </a:prstGeom>
          <a:noFill/>
          <a:ln>
            <a:noFill/>
          </a:ln>
        </p:spPr>
        <p:txBody>
          <a:bodyPr spcFirstLastPara="1" wrap="square" lIns="91425" tIns="36575" rIns="91425" bIns="36575" anchor="t" anchorCtr="0">
            <a:spAutoFit/>
          </a:bodyPr>
          <a:lstStyle/>
          <a:p>
            <a:pPr marL="342900" lvl="0" indent="-342900">
              <a:buFont typeface="Arial" panose="020B0604020202020204" pitchFamily="34" charset="0"/>
              <a:buChar char="•"/>
            </a:pPr>
            <a:r>
              <a:rPr lang="en-US" sz="2400" dirty="0"/>
              <a:t>Replication research is vital for improving our understanding of human behavior (Shrout &amp; Rodgers, 2018, Youyou et al., 2023).</a:t>
            </a:r>
          </a:p>
          <a:p>
            <a:pPr marL="342900" lvl="0" indent="-342900">
              <a:buFont typeface="Arial" panose="020B0604020202020204" pitchFamily="34" charset="0"/>
              <a:buChar char="•"/>
            </a:pPr>
            <a:r>
              <a:rPr lang="en-US" sz="2400" dirty="0"/>
              <a:t>Replication with slight methodological changes yields equally rigorous results, and advances the psychological sciences (Nosek &amp; Errington, 2020; Shrout and Rodgers, 2018).</a:t>
            </a:r>
          </a:p>
          <a:p>
            <a:pPr marL="342900" lvl="0" indent="-342900">
              <a:buFont typeface="Arial" panose="020B0604020202020204" pitchFamily="34" charset="0"/>
              <a:buChar char="•"/>
            </a:pPr>
            <a:r>
              <a:rPr lang="en-US" sz="2400" dirty="0"/>
              <a:t>Target studies for replication found:</a:t>
            </a:r>
          </a:p>
          <a:p>
            <a:pPr marL="914400" lvl="1" indent="-342900">
              <a:buFont typeface="Arial" panose="020B0604020202020204" pitchFamily="34" charset="0"/>
              <a:buChar char="•"/>
            </a:pPr>
            <a:r>
              <a:rPr lang="en-US" sz="2400" dirty="0"/>
              <a:t>Females tend to rate lower in emotional stability and higher in agreeableness compared to males (Weisberg et al., 2011);</a:t>
            </a:r>
          </a:p>
          <a:p>
            <a:pPr marL="914400" lvl="1" indent="-342900">
              <a:buFont typeface="Arial" panose="020B0604020202020204" pitchFamily="34" charset="0"/>
              <a:buChar char="•"/>
            </a:pPr>
            <a:r>
              <a:rPr lang="en-US" sz="2400" dirty="0"/>
              <a:t>Emotional stability is the best predictor of depression, stress, and anxiety (</a:t>
            </a:r>
            <a:r>
              <a:rPr lang="en-US" sz="2400" dirty="0" err="1"/>
              <a:t>Uliaszek</a:t>
            </a:r>
            <a:r>
              <a:rPr lang="en-US" sz="2400" dirty="0"/>
              <a:t> et al., 2010);</a:t>
            </a:r>
          </a:p>
          <a:p>
            <a:pPr marL="914400" lvl="1" indent="-342900">
              <a:buFont typeface="Arial" panose="020B0604020202020204" pitchFamily="34" charset="0"/>
              <a:buChar char="•"/>
            </a:pPr>
            <a:r>
              <a:rPr lang="en-US" sz="2400" dirty="0"/>
              <a:t>Confirmatory Factor Analysis (CFA) suggests DASS-21 is suitable for comparison of means between males and females (Gomez at al., 2014)</a:t>
            </a:r>
          </a:p>
          <a:p>
            <a:pPr marL="342900" lvl="1" indent="-342900">
              <a:buFont typeface="Arial" panose="020B0604020202020204" pitchFamily="34" charset="0"/>
              <a:buChar char="•"/>
            </a:pPr>
            <a:endParaRPr lang="en-US" sz="2400" dirty="0"/>
          </a:p>
          <a:p>
            <a:pPr marL="342900" lvl="3" indent="-342900">
              <a:buFont typeface="Arial" panose="020B0604020202020204" pitchFamily="34" charset="0"/>
              <a:buChar char="•"/>
            </a:pPr>
            <a:endParaRPr lang="en-US" dirty="0"/>
          </a:p>
        </p:txBody>
      </p:sp>
      <p:sp>
        <p:nvSpPr>
          <p:cNvPr id="106" name="Google Shape;106;p13"/>
          <p:cNvSpPr/>
          <p:nvPr/>
        </p:nvSpPr>
        <p:spPr>
          <a:xfrm>
            <a:off x="15163800" y="21635241"/>
            <a:ext cx="13655039" cy="7082592"/>
          </a:xfrm>
          <a:prstGeom prst="roundRect">
            <a:avLst>
              <a:gd name="adj" fmla="val 4000"/>
            </a:avLst>
          </a:prstGeom>
          <a:solidFill>
            <a:srgbClr val="FFFFFF"/>
          </a:solidFill>
          <a:ln>
            <a:noFill/>
          </a:ln>
          <a:effectLst>
            <a:outerShdw blurRad="100584" dist="54864" dir="5400000" rotWithShape="0">
              <a:srgbClr val="16242E">
                <a:alpha val="5803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7" name="Google Shape;107;p13"/>
          <p:cNvSpPr/>
          <p:nvPr/>
        </p:nvSpPr>
        <p:spPr>
          <a:xfrm>
            <a:off x="15666720" y="22092440"/>
            <a:ext cx="841248" cy="841248"/>
          </a:xfrm>
          <a:prstGeom prst="ellipse">
            <a:avLst/>
          </a:prstGeom>
          <a:solidFill>
            <a:srgbClr val="003B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08" name="Google Shape;108;p13" descr="compass_white.png"/>
          <p:cNvPicPr preferRelativeResize="0"/>
          <p:nvPr/>
        </p:nvPicPr>
        <p:blipFill rotWithShape="1">
          <a:blip r:embed="rId4">
            <a:alphaModFix/>
          </a:blip>
          <a:srcRect/>
          <a:stretch/>
        </p:blipFill>
        <p:spPr>
          <a:xfrm>
            <a:off x="15809733" y="22235453"/>
            <a:ext cx="555223" cy="563348"/>
          </a:xfrm>
          <a:prstGeom prst="rect">
            <a:avLst/>
          </a:prstGeom>
          <a:noFill/>
          <a:ln>
            <a:noFill/>
          </a:ln>
        </p:spPr>
      </p:pic>
      <p:sp>
        <p:nvSpPr>
          <p:cNvPr id="109" name="Google Shape;109;p13"/>
          <p:cNvSpPr txBox="1"/>
          <p:nvPr/>
        </p:nvSpPr>
        <p:spPr>
          <a:xfrm>
            <a:off x="16828009" y="21891273"/>
            <a:ext cx="11487911" cy="1243584"/>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3000" b="1" i="0" u="none" strike="noStrike" cap="none">
                <a:solidFill>
                  <a:srgbClr val="003B5C"/>
                </a:solidFill>
                <a:latin typeface="Open Sans"/>
                <a:ea typeface="Open Sans"/>
                <a:cs typeface="Open Sans"/>
                <a:sym typeface="Open Sans"/>
              </a:rPr>
              <a:t>Data, Engineering &amp; Ethics</a:t>
            </a:r>
            <a:endParaRPr/>
          </a:p>
        </p:txBody>
      </p:sp>
      <p:sp>
        <p:nvSpPr>
          <p:cNvPr id="110" name="Google Shape;110;p13"/>
          <p:cNvSpPr/>
          <p:nvPr/>
        </p:nvSpPr>
        <p:spPr>
          <a:xfrm>
            <a:off x="15666720" y="23189720"/>
            <a:ext cx="12649199" cy="32004"/>
          </a:xfrm>
          <a:prstGeom prst="rect">
            <a:avLst/>
          </a:prstGeom>
          <a:solidFill>
            <a:srgbClr val="C6AA7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1" name="Google Shape;111;p13"/>
          <p:cNvSpPr txBox="1"/>
          <p:nvPr/>
        </p:nvSpPr>
        <p:spPr>
          <a:xfrm>
            <a:off x="15666720" y="23409176"/>
            <a:ext cx="12649199" cy="3002871"/>
          </a:xfrm>
          <a:prstGeom prst="rect">
            <a:avLst/>
          </a:prstGeom>
          <a:noFill/>
          <a:ln>
            <a:noFill/>
          </a:ln>
        </p:spPr>
        <p:txBody>
          <a:bodyPr spcFirstLastPara="1" wrap="square" lIns="91425" tIns="36575" rIns="91425" bIns="36575" anchor="t" anchorCtr="0">
            <a:spAutoFit/>
          </a:bodyPr>
          <a:lstStyle/>
          <a:p>
            <a:pPr lvl="0"/>
            <a:r>
              <a:rPr lang="en-US" sz="2400" b="1" i="0" u="none" strike="noStrike" cap="none" dirty="0">
                <a:solidFill>
                  <a:srgbClr val="003B5C"/>
                </a:solidFill>
                <a:latin typeface="Open Sans" panose="020B0606030504020204" pitchFamily="34" charset="0"/>
                <a:ea typeface="Open Sans" panose="020B0606030504020204" pitchFamily="34" charset="0"/>
                <a:cs typeface="Open Sans" panose="020B0606030504020204" pitchFamily="34" charset="0"/>
                <a:sym typeface="Open Sans"/>
              </a:rPr>
              <a:t>Sources &amp; scale: </a:t>
            </a:r>
            <a:r>
              <a:rPr lang="en-US" sz="2400" dirty="0">
                <a:latin typeface="Open Sans" panose="020B0606030504020204" pitchFamily="34" charset="0"/>
                <a:ea typeface="Open Sans" panose="020B0606030504020204" pitchFamily="34" charset="0"/>
                <a:cs typeface="Open Sans" panose="020B0606030504020204" pitchFamily="34" charset="0"/>
              </a:rPr>
              <a:t>Open-Source Psychometric Project (2019).  The data set contained 39,775 responses to the DASS-21 (Lovibond &amp; Lovibond, 1995) and the Ten-Item Personality Inventory (Gosling et al., 2003).</a:t>
            </a:r>
          </a:p>
          <a:p>
            <a:pPr lvl="0"/>
            <a:endParaRPr lang="en-US" sz="2400" dirty="0">
              <a:latin typeface="Open Sans" panose="020B0606030504020204" pitchFamily="34" charset="0"/>
              <a:ea typeface="Open Sans" panose="020B0606030504020204" pitchFamily="34" charset="0"/>
              <a:cs typeface="Open Sans" panose="020B0606030504020204" pitchFamily="34" charset="0"/>
            </a:endParaRPr>
          </a:p>
          <a:p>
            <a:pPr lvl="0"/>
            <a:r>
              <a:rPr lang="en-US" sz="2400" b="1" i="0" u="none" strike="noStrike" cap="none" dirty="0">
                <a:solidFill>
                  <a:srgbClr val="003B5C"/>
                </a:solidFill>
                <a:latin typeface="Open Sans" panose="020B0606030504020204" pitchFamily="34" charset="0"/>
                <a:ea typeface="Open Sans" panose="020B0606030504020204" pitchFamily="34" charset="0"/>
                <a:cs typeface="Open Sans" panose="020B0606030504020204" pitchFamily="34" charset="0"/>
                <a:sym typeface="Open Sans"/>
              </a:rPr>
              <a:t>Pipeline: </a:t>
            </a:r>
            <a:r>
              <a:rPr lang="en-US" sz="2400" b="0" u="none" strike="noStrike" cap="none"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CSV → cleaned in R → saved as R Markdown HTML → hosted on Git Hub</a:t>
            </a:r>
          </a:p>
          <a:p>
            <a:pPr lvl="0"/>
            <a:endParaRPr lang="en-US"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spcBef>
                <a:spcPts val="1000"/>
              </a:spcBef>
              <a:spcAft>
                <a:spcPts val="0"/>
              </a:spcAft>
              <a:buNone/>
            </a:pPr>
            <a:r>
              <a:rPr lang="en-US" sz="2400" b="1" i="0" u="none" strike="noStrike" cap="none" dirty="0">
                <a:solidFill>
                  <a:srgbClr val="003B5C"/>
                </a:solidFill>
                <a:latin typeface="Open Sans" panose="020B0606030504020204" pitchFamily="34" charset="0"/>
                <a:ea typeface="Open Sans" panose="020B0606030504020204" pitchFamily="34" charset="0"/>
                <a:cs typeface="Open Sans" panose="020B0606030504020204" pitchFamily="34" charset="0"/>
                <a:sym typeface="Open Sans"/>
              </a:rPr>
              <a:t>Ethics &amp; responsible use: </a:t>
            </a:r>
            <a:r>
              <a:rPr lang="en-US" sz="2400" b="0" u="none" strike="noStrike" cap="none"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Data was collected and cleaned by Open-Source Psychometric Project for public use. There are no known ethical concerns</a:t>
            </a:r>
            <a:r>
              <a:rPr lang="en-US" sz="2400"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a:t>
            </a:r>
            <a:endPar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12" name="Google Shape;112;p13"/>
          <p:cNvSpPr/>
          <p:nvPr/>
        </p:nvSpPr>
        <p:spPr>
          <a:xfrm>
            <a:off x="15666720" y="26589987"/>
            <a:ext cx="12649199" cy="1783530"/>
          </a:xfrm>
          <a:prstGeom prst="roundRect">
            <a:avLst>
              <a:gd name="adj" fmla="val 3000"/>
            </a:avLst>
          </a:prstGeom>
          <a:solidFill>
            <a:srgbClr val="E7EFF5"/>
          </a:solidFill>
          <a:ln w="17775" cap="flat" cmpd="sng">
            <a:solidFill>
              <a:srgbClr val="003B5C"/>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14" name="Google Shape;114;p13"/>
          <p:cNvSpPr/>
          <p:nvPr/>
        </p:nvSpPr>
        <p:spPr>
          <a:xfrm>
            <a:off x="914400" y="23109366"/>
            <a:ext cx="13655039" cy="5608468"/>
          </a:xfrm>
          <a:prstGeom prst="roundRect">
            <a:avLst>
              <a:gd name="adj" fmla="val 4000"/>
            </a:avLst>
          </a:prstGeom>
          <a:solidFill>
            <a:srgbClr val="FFFFFF"/>
          </a:solidFill>
          <a:ln>
            <a:noFill/>
          </a:ln>
          <a:effectLst>
            <a:outerShdw blurRad="100584" dist="54864" dir="5400000" rotWithShape="0">
              <a:srgbClr val="16242E">
                <a:alpha val="5803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5" name="Google Shape;115;p13"/>
          <p:cNvSpPr/>
          <p:nvPr/>
        </p:nvSpPr>
        <p:spPr>
          <a:xfrm>
            <a:off x="1417320" y="23566566"/>
            <a:ext cx="841248" cy="841248"/>
          </a:xfrm>
          <a:prstGeom prst="ellipse">
            <a:avLst/>
          </a:prstGeom>
          <a:solidFill>
            <a:srgbClr val="003B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16" name="Google Shape;116;p13" descr="compass_white.png"/>
          <p:cNvPicPr preferRelativeResize="0"/>
          <p:nvPr/>
        </p:nvPicPr>
        <p:blipFill rotWithShape="1">
          <a:blip r:embed="rId4">
            <a:alphaModFix/>
          </a:blip>
          <a:srcRect/>
          <a:stretch/>
        </p:blipFill>
        <p:spPr>
          <a:xfrm>
            <a:off x="1560333" y="23709578"/>
            <a:ext cx="555223" cy="563348"/>
          </a:xfrm>
          <a:prstGeom prst="rect">
            <a:avLst/>
          </a:prstGeom>
          <a:noFill/>
          <a:ln>
            <a:noFill/>
          </a:ln>
        </p:spPr>
      </p:pic>
      <p:sp>
        <p:nvSpPr>
          <p:cNvPr id="117" name="Google Shape;117;p13"/>
          <p:cNvSpPr txBox="1"/>
          <p:nvPr/>
        </p:nvSpPr>
        <p:spPr>
          <a:xfrm>
            <a:off x="2578609" y="23365398"/>
            <a:ext cx="11487911" cy="1243584"/>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3000" b="1" i="0" u="none" strike="noStrike" cap="none" dirty="0">
                <a:solidFill>
                  <a:srgbClr val="003B5C"/>
                </a:solidFill>
                <a:latin typeface="Open Sans"/>
                <a:ea typeface="Open Sans"/>
                <a:cs typeface="Open Sans"/>
                <a:sym typeface="Open Sans"/>
              </a:rPr>
              <a:t>Methods &amp; Evaluation</a:t>
            </a:r>
            <a:endParaRPr dirty="0"/>
          </a:p>
        </p:txBody>
      </p:sp>
      <p:sp>
        <p:nvSpPr>
          <p:cNvPr id="118" name="Google Shape;118;p13"/>
          <p:cNvSpPr/>
          <p:nvPr/>
        </p:nvSpPr>
        <p:spPr>
          <a:xfrm>
            <a:off x="1417320" y="24663846"/>
            <a:ext cx="12649199" cy="32004"/>
          </a:xfrm>
          <a:prstGeom prst="rect">
            <a:avLst/>
          </a:prstGeom>
          <a:solidFill>
            <a:srgbClr val="C6AA7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19" name="Google Shape;119;p13"/>
          <p:cNvSpPr txBox="1"/>
          <p:nvPr/>
        </p:nvSpPr>
        <p:spPr>
          <a:xfrm>
            <a:off x="1417320" y="24883302"/>
            <a:ext cx="12649199" cy="3300389"/>
          </a:xfrm>
          <a:prstGeom prst="rect">
            <a:avLst/>
          </a:prstGeom>
          <a:noFill/>
          <a:ln>
            <a:noFill/>
          </a:ln>
        </p:spPr>
        <p:txBody>
          <a:bodyPr spcFirstLastPara="1" wrap="square" lIns="91425" tIns="36575" rIns="91425" bIns="36575" anchor="t" anchorCtr="0">
            <a:spAutoFit/>
          </a:bodyPr>
          <a:lstStyle/>
          <a:p>
            <a:pPr marL="0" marR="0" lvl="0" indent="0" algn="l" rtl="0">
              <a:spcBef>
                <a:spcPts val="0"/>
              </a:spcBef>
              <a:spcAft>
                <a:spcPts val="0"/>
              </a:spcAft>
              <a:buNone/>
            </a:pPr>
            <a:r>
              <a:rPr lang="en-US" sz="2400" b="1" i="0" u="none" strike="noStrike" cap="none" dirty="0">
                <a:solidFill>
                  <a:srgbClr val="003B5C"/>
                </a:solidFill>
                <a:latin typeface="Open Sans"/>
                <a:ea typeface="Open Sans"/>
                <a:cs typeface="Open Sans"/>
                <a:sym typeface="Open Sans"/>
              </a:rPr>
              <a:t>Approach: </a:t>
            </a:r>
            <a:r>
              <a:rPr lang="en-US" sz="2400" i="0" dirty="0">
                <a:solidFill>
                  <a:schemeClr val="tx1"/>
                </a:solidFill>
                <a:latin typeface="Open Sans"/>
                <a:ea typeface="Open Sans"/>
                <a:cs typeface="Open Sans"/>
                <a:sym typeface="Open Sans"/>
              </a:rPr>
              <a:t>Analyses were cond</a:t>
            </a:r>
            <a:r>
              <a:rPr lang="en-US" sz="2400" dirty="0">
                <a:solidFill>
                  <a:schemeClr val="tx1"/>
                </a:solidFill>
                <a:latin typeface="Open Sans"/>
                <a:ea typeface="Open Sans"/>
                <a:cs typeface="Open Sans"/>
                <a:sym typeface="Open Sans"/>
              </a:rPr>
              <a:t>ucted in R using R Studio, included R’s built in independent samples t-test, and packages such as </a:t>
            </a:r>
            <a:r>
              <a:rPr lang="en-US" sz="2400" dirty="0" err="1">
                <a:solidFill>
                  <a:schemeClr val="tx1"/>
                </a:solidFill>
                <a:latin typeface="Open Sans"/>
                <a:ea typeface="Open Sans"/>
                <a:cs typeface="Open Sans"/>
                <a:sym typeface="Open Sans"/>
              </a:rPr>
              <a:t>lavaan</a:t>
            </a:r>
            <a:r>
              <a:rPr lang="en-US" sz="2400" dirty="0">
                <a:solidFill>
                  <a:schemeClr val="tx1"/>
                </a:solidFill>
                <a:latin typeface="Open Sans"/>
                <a:ea typeface="Open Sans"/>
                <a:cs typeface="Open Sans"/>
                <a:sym typeface="Open Sans"/>
              </a:rPr>
              <a:t>, and </a:t>
            </a:r>
            <a:r>
              <a:rPr lang="en-US" sz="2400" dirty="0" err="1">
                <a:solidFill>
                  <a:schemeClr val="tx1"/>
                </a:solidFill>
                <a:latin typeface="Open Sans"/>
                <a:ea typeface="Open Sans"/>
                <a:cs typeface="Open Sans"/>
                <a:sym typeface="Open Sans"/>
              </a:rPr>
              <a:t>effectsize</a:t>
            </a:r>
            <a:endParaRPr dirty="0">
              <a:solidFill>
                <a:schemeClr val="tx1"/>
              </a:solidFill>
            </a:endParaRPr>
          </a:p>
          <a:p>
            <a:pPr marL="0" marR="0" lvl="0" indent="0" algn="l" rtl="0">
              <a:spcBef>
                <a:spcPts val="1000"/>
              </a:spcBef>
              <a:spcAft>
                <a:spcPts val="0"/>
              </a:spcAft>
              <a:buNone/>
            </a:pPr>
            <a:r>
              <a:rPr lang="en-US" sz="2400" b="1" i="0" u="none" strike="noStrike" cap="none" dirty="0">
                <a:solidFill>
                  <a:srgbClr val="003B5C"/>
                </a:solidFill>
                <a:latin typeface="Open Sans"/>
                <a:ea typeface="Open Sans"/>
                <a:cs typeface="Open Sans"/>
                <a:sym typeface="Open Sans"/>
              </a:rPr>
              <a:t>Validation: </a:t>
            </a:r>
          </a:p>
          <a:p>
            <a:pPr marL="342900" marR="0" lvl="0" indent="-342900" algn="l" rtl="0">
              <a:spcBef>
                <a:spcPts val="1000"/>
              </a:spcBef>
              <a:spcAft>
                <a:spcPts val="0"/>
              </a:spcAft>
              <a:buFont typeface="Arial" panose="020B0604020202020204" pitchFamily="34" charset="0"/>
              <a:buChar char="•"/>
            </a:pPr>
            <a:r>
              <a:rPr lang="en-US" sz="2400" u="none" strike="noStrike" cap="none" dirty="0">
                <a:solidFill>
                  <a:schemeClr val="tx1"/>
                </a:solidFill>
                <a:latin typeface="Open Sans"/>
                <a:ea typeface="Open Sans"/>
                <a:cs typeface="Open Sans"/>
                <a:sym typeface="Open Sans"/>
              </a:rPr>
              <a:t>Participants </a:t>
            </a:r>
            <a:r>
              <a:rPr lang="en-US" sz="2400" dirty="0">
                <a:solidFill>
                  <a:schemeClr val="tx1"/>
                </a:solidFill>
                <a:latin typeface="Open Sans"/>
                <a:ea typeface="Open Sans"/>
                <a:cs typeface="Open Sans"/>
                <a:sym typeface="Open Sans"/>
              </a:rPr>
              <a:t>who failed an attention check were removed</a:t>
            </a:r>
          </a:p>
          <a:p>
            <a:pPr marL="342900" marR="0" lvl="0" indent="-342900" algn="l" rtl="0">
              <a:spcBef>
                <a:spcPts val="1000"/>
              </a:spcBef>
              <a:spcAft>
                <a:spcPts val="0"/>
              </a:spcAft>
              <a:buFont typeface="Arial" panose="020B0604020202020204" pitchFamily="34" charset="0"/>
              <a:buChar char="•"/>
            </a:pPr>
            <a:r>
              <a:rPr lang="en-US" sz="2400" dirty="0">
                <a:solidFill>
                  <a:schemeClr val="tx1"/>
                </a:solidFill>
                <a:latin typeface="Open Sans"/>
                <a:ea typeface="Open Sans"/>
                <a:cs typeface="Open Sans"/>
                <a:sym typeface="Open Sans"/>
              </a:rPr>
              <a:t>Given the large sample size:</a:t>
            </a:r>
          </a:p>
          <a:p>
            <a:pPr marL="914400" indent="-342900">
              <a:spcBef>
                <a:spcPts val="1000"/>
              </a:spcBef>
              <a:buFont typeface="Arial" panose="020B0604020202020204" pitchFamily="34" charset="0"/>
              <a:buChar char="•"/>
            </a:pPr>
            <a:r>
              <a:rPr lang="en-US" sz="2400" dirty="0">
                <a:solidFill>
                  <a:schemeClr val="tx1"/>
                </a:solidFill>
                <a:latin typeface="Open Sans"/>
                <a:ea typeface="Open Sans"/>
                <a:cs typeface="Open Sans"/>
                <a:sym typeface="Open Sans"/>
              </a:rPr>
              <a:t>Independent sample t-tests were reported by effect size</a:t>
            </a:r>
          </a:p>
          <a:p>
            <a:pPr marL="914400" indent="-342900">
              <a:spcBef>
                <a:spcPts val="1000"/>
              </a:spcBef>
              <a:buFont typeface="Arial" panose="020B0604020202020204" pitchFamily="34" charset="0"/>
              <a:buChar char="•"/>
            </a:pPr>
            <a:r>
              <a:rPr lang="en-US" sz="2400" dirty="0">
                <a:solidFill>
                  <a:schemeClr val="tx1"/>
                </a:solidFill>
                <a:latin typeface="Open Sans"/>
                <a:ea typeface="Open Sans"/>
                <a:cs typeface="Open Sans"/>
                <a:sym typeface="Open Sans"/>
              </a:rPr>
              <a:t>CFA was reported in terms of Comparative Fit Index (Furr, 2018)</a:t>
            </a:r>
            <a:endParaRPr dirty="0">
              <a:solidFill>
                <a:schemeClr val="tx1"/>
              </a:solidFill>
            </a:endParaRPr>
          </a:p>
        </p:txBody>
      </p:sp>
      <p:sp>
        <p:nvSpPr>
          <p:cNvPr id="120" name="Google Shape;120;p13"/>
          <p:cNvSpPr/>
          <p:nvPr/>
        </p:nvSpPr>
        <p:spPr>
          <a:xfrm>
            <a:off x="15163800" y="5669279"/>
            <a:ext cx="13655039" cy="15621646"/>
          </a:xfrm>
          <a:prstGeom prst="roundRect">
            <a:avLst>
              <a:gd name="adj" fmla="val 4000"/>
            </a:avLst>
          </a:prstGeom>
          <a:solidFill>
            <a:srgbClr val="FFFFFF"/>
          </a:solidFill>
          <a:ln>
            <a:noFill/>
          </a:ln>
          <a:effectLst>
            <a:outerShdw blurRad="100584" dist="54864" dir="5400000" rotWithShape="0">
              <a:srgbClr val="16242E">
                <a:alpha val="5803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1" name="Google Shape;121;p13"/>
          <p:cNvSpPr/>
          <p:nvPr/>
        </p:nvSpPr>
        <p:spPr>
          <a:xfrm>
            <a:off x="15666720" y="6126479"/>
            <a:ext cx="841248" cy="841248"/>
          </a:xfrm>
          <a:prstGeom prst="ellipse">
            <a:avLst/>
          </a:prstGeom>
          <a:solidFill>
            <a:srgbClr val="003B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22" name="Google Shape;122;p13" descr="compass_white.png"/>
          <p:cNvPicPr preferRelativeResize="0"/>
          <p:nvPr/>
        </p:nvPicPr>
        <p:blipFill rotWithShape="1">
          <a:blip r:embed="rId4">
            <a:alphaModFix/>
          </a:blip>
          <a:srcRect/>
          <a:stretch/>
        </p:blipFill>
        <p:spPr>
          <a:xfrm>
            <a:off x="15809733" y="6269492"/>
            <a:ext cx="555223" cy="563348"/>
          </a:xfrm>
          <a:prstGeom prst="rect">
            <a:avLst/>
          </a:prstGeom>
          <a:noFill/>
          <a:ln>
            <a:noFill/>
          </a:ln>
        </p:spPr>
      </p:pic>
      <p:sp>
        <p:nvSpPr>
          <p:cNvPr id="123" name="Google Shape;123;p13"/>
          <p:cNvSpPr txBox="1"/>
          <p:nvPr/>
        </p:nvSpPr>
        <p:spPr>
          <a:xfrm>
            <a:off x="16828008" y="5925312"/>
            <a:ext cx="11487912" cy="1243584"/>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3000" b="1" i="0" u="none" strike="noStrike" cap="none" dirty="0">
                <a:solidFill>
                  <a:srgbClr val="003B5C"/>
                </a:solidFill>
                <a:latin typeface="Open Sans"/>
                <a:ea typeface="Open Sans"/>
                <a:cs typeface="Open Sans"/>
                <a:sym typeface="Open Sans"/>
              </a:rPr>
              <a:t>Results &amp; Visualizations</a:t>
            </a:r>
            <a:endParaRPr dirty="0"/>
          </a:p>
        </p:txBody>
      </p:sp>
      <p:sp>
        <p:nvSpPr>
          <p:cNvPr id="124" name="Google Shape;124;p13"/>
          <p:cNvSpPr/>
          <p:nvPr/>
        </p:nvSpPr>
        <p:spPr>
          <a:xfrm>
            <a:off x="15666720" y="7223759"/>
            <a:ext cx="12649199" cy="32004"/>
          </a:xfrm>
          <a:prstGeom prst="rect">
            <a:avLst/>
          </a:prstGeom>
          <a:solidFill>
            <a:srgbClr val="C6AA7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25" name="Google Shape;125;p13"/>
          <p:cNvSpPr txBox="1"/>
          <p:nvPr/>
        </p:nvSpPr>
        <p:spPr>
          <a:xfrm>
            <a:off x="15666720" y="7443215"/>
            <a:ext cx="12649199" cy="1920524"/>
          </a:xfrm>
          <a:prstGeom prst="rect">
            <a:avLst/>
          </a:prstGeom>
          <a:noFill/>
          <a:ln>
            <a:noFill/>
          </a:ln>
        </p:spPr>
        <p:txBody>
          <a:bodyPr spcFirstLastPara="1" wrap="square" lIns="91425" tIns="36575" rIns="91425" bIns="36575" anchor="t" anchorCtr="0">
            <a:spAutoFit/>
          </a:bodyPr>
          <a:lstStyle/>
          <a:p>
            <a:pPr marL="342900" marR="0" lvl="0" indent="-342900" algn="l" rtl="0">
              <a:spcBef>
                <a:spcPts val="0"/>
              </a:spcBef>
              <a:spcAft>
                <a:spcPts val="0"/>
              </a:spcAft>
              <a:buFont typeface="Arial" panose="020B0604020202020204" pitchFamily="34" charset="0"/>
              <a:buChar char="•"/>
            </a:pPr>
            <a:r>
              <a:rPr lang="en-US" sz="2400" dirty="0">
                <a:solidFill>
                  <a:schemeClr val="tx1"/>
                </a:solidFill>
                <a:latin typeface="Open Sans"/>
                <a:ea typeface="Open Sans"/>
                <a:cs typeface="Open Sans"/>
                <a:sym typeface="Open Sans"/>
              </a:rPr>
              <a:t>Females rated higher</a:t>
            </a:r>
            <a:r>
              <a:rPr lang="en-US" sz="2400" b="0" u="none" strike="noStrike" cap="none" dirty="0">
                <a:solidFill>
                  <a:schemeClr val="tx1"/>
                </a:solidFill>
                <a:latin typeface="Open Sans"/>
                <a:ea typeface="Open Sans"/>
                <a:cs typeface="Open Sans"/>
                <a:sym typeface="Open Sans"/>
              </a:rPr>
              <a:t> on trait agreeableness and lower on emotional stability compares to males </a:t>
            </a:r>
            <a:r>
              <a:rPr lang="en-US" sz="2400" b="0" i="1" u="none" strike="noStrike" cap="none" dirty="0">
                <a:solidFill>
                  <a:schemeClr val="tx1"/>
                </a:solidFill>
                <a:latin typeface="Open Sans"/>
                <a:ea typeface="Open Sans"/>
                <a:cs typeface="Open Sans"/>
                <a:sym typeface="Open Sans"/>
              </a:rPr>
              <a:t>(d </a:t>
            </a:r>
            <a:r>
              <a:rPr lang="en-US" sz="2400" b="0" u="none" strike="noStrike" cap="none" dirty="0">
                <a:solidFill>
                  <a:schemeClr val="tx1"/>
                </a:solidFill>
                <a:latin typeface="Open Sans"/>
                <a:ea typeface="Open Sans"/>
                <a:cs typeface="Open Sans"/>
                <a:sym typeface="Open Sans"/>
              </a:rPr>
              <a:t>= .19, </a:t>
            </a:r>
            <a:r>
              <a:rPr lang="en-US" sz="2400" b="0" i="1" u="none" strike="noStrike" cap="none" dirty="0">
                <a:solidFill>
                  <a:schemeClr val="tx1"/>
                </a:solidFill>
                <a:latin typeface="Open Sans"/>
                <a:ea typeface="Open Sans"/>
                <a:cs typeface="Open Sans"/>
                <a:sym typeface="Open Sans"/>
              </a:rPr>
              <a:t>d</a:t>
            </a:r>
            <a:r>
              <a:rPr lang="en-US" sz="2400" b="0" u="none" strike="noStrike" cap="none" dirty="0">
                <a:solidFill>
                  <a:schemeClr val="tx1"/>
                </a:solidFill>
                <a:latin typeface="Open Sans"/>
                <a:ea typeface="Open Sans"/>
                <a:cs typeface="Open Sans"/>
                <a:sym typeface="Open Sans"/>
              </a:rPr>
              <a:t> = -.35)</a:t>
            </a:r>
            <a:r>
              <a:rPr lang="en-US" sz="2400" b="0" i="1" u="none" strike="noStrike" cap="none" dirty="0">
                <a:solidFill>
                  <a:schemeClr val="tx1"/>
                </a:solidFill>
                <a:latin typeface="Open Sans"/>
                <a:ea typeface="Open Sans"/>
                <a:cs typeface="Open Sans"/>
                <a:sym typeface="Open Sans"/>
              </a:rPr>
              <a:t>.</a:t>
            </a:r>
            <a:endParaRPr lang="en-US" sz="2400" i="1" dirty="0">
              <a:solidFill>
                <a:schemeClr val="tx1"/>
              </a:solidFill>
              <a:latin typeface="Open Sans"/>
              <a:ea typeface="Open Sans"/>
              <a:cs typeface="Open Sans"/>
              <a:sym typeface="Open Sans"/>
            </a:endParaRPr>
          </a:p>
          <a:p>
            <a:pPr marL="342900" lvl="0" indent="-342900">
              <a:buFont typeface="Arial" panose="020B0604020202020204" pitchFamily="34" charset="0"/>
              <a:buChar char="•"/>
            </a:pPr>
            <a:r>
              <a:rPr lang="en-US" sz="2400" dirty="0">
                <a:solidFill>
                  <a:schemeClr val="tx1"/>
                </a:solidFill>
                <a:latin typeface="Open Sans"/>
                <a:ea typeface="Open Sans"/>
                <a:cs typeface="Open Sans"/>
                <a:sym typeface="Open Sans"/>
              </a:rPr>
              <a:t>C</a:t>
            </a:r>
            <a:r>
              <a:rPr lang="en-US" sz="2400" b="0" u="none" strike="noStrike" cap="none" dirty="0">
                <a:solidFill>
                  <a:schemeClr val="tx1"/>
                </a:solidFill>
                <a:latin typeface="Open Sans"/>
                <a:ea typeface="Open Sans"/>
                <a:cs typeface="Open Sans"/>
                <a:sym typeface="Open Sans"/>
              </a:rPr>
              <a:t>ompared to males, females reported higher levels of </a:t>
            </a:r>
            <a:r>
              <a:rPr lang="en-US" sz="2400" dirty="0">
                <a:solidFill>
                  <a:schemeClr val="tx1"/>
                </a:solidFill>
                <a:latin typeface="Open Sans"/>
                <a:ea typeface="Open Sans"/>
                <a:cs typeface="Open Sans"/>
                <a:sym typeface="Open Sans"/>
              </a:rPr>
              <a:t>depression, anxiety, and stress (</a:t>
            </a:r>
            <a:r>
              <a:rPr lang="en-US" sz="2400" i="1" dirty="0">
                <a:solidFill>
                  <a:schemeClr val="tx1"/>
                </a:solidFill>
                <a:latin typeface="Open Sans"/>
                <a:ea typeface="Open Sans"/>
                <a:cs typeface="Open Sans"/>
                <a:sym typeface="Open Sans"/>
              </a:rPr>
              <a:t>d </a:t>
            </a:r>
            <a:r>
              <a:rPr lang="en-US" sz="2400" dirty="0">
                <a:solidFill>
                  <a:schemeClr val="tx1"/>
                </a:solidFill>
                <a:latin typeface="Open Sans"/>
                <a:ea typeface="Open Sans"/>
                <a:cs typeface="Open Sans"/>
                <a:sym typeface="Open Sans"/>
              </a:rPr>
              <a:t>= .10, </a:t>
            </a:r>
            <a:r>
              <a:rPr lang="en-US" sz="2400" i="1" dirty="0">
                <a:solidFill>
                  <a:schemeClr val="tx1"/>
                </a:solidFill>
                <a:latin typeface="Open Sans"/>
                <a:ea typeface="Open Sans"/>
                <a:cs typeface="Open Sans"/>
                <a:sym typeface="Open Sans"/>
              </a:rPr>
              <a:t>d</a:t>
            </a:r>
            <a:r>
              <a:rPr lang="en-US" sz="2400" dirty="0">
                <a:solidFill>
                  <a:schemeClr val="tx1"/>
                </a:solidFill>
                <a:latin typeface="Open Sans"/>
                <a:ea typeface="Open Sans"/>
                <a:cs typeface="Open Sans"/>
                <a:sym typeface="Open Sans"/>
              </a:rPr>
              <a:t> = .31, </a:t>
            </a:r>
            <a:r>
              <a:rPr lang="en-US" sz="2400" i="1" dirty="0">
                <a:solidFill>
                  <a:schemeClr val="tx1"/>
                </a:solidFill>
                <a:latin typeface="Open Sans"/>
                <a:ea typeface="Open Sans"/>
                <a:cs typeface="Open Sans"/>
                <a:sym typeface="Open Sans"/>
              </a:rPr>
              <a:t>d </a:t>
            </a:r>
            <a:r>
              <a:rPr lang="en-US" sz="2400" dirty="0">
                <a:solidFill>
                  <a:schemeClr val="tx1"/>
                </a:solidFill>
                <a:latin typeface="Open Sans"/>
                <a:ea typeface="Open Sans"/>
                <a:cs typeface="Open Sans"/>
                <a:sym typeface="Open Sans"/>
              </a:rPr>
              <a:t>= .34, respectively)</a:t>
            </a:r>
            <a:r>
              <a:rPr lang="en-US" sz="2400" b="0" u="none" strike="noStrike" cap="none" dirty="0">
                <a:solidFill>
                  <a:schemeClr val="tx1"/>
                </a:solidFill>
                <a:latin typeface="Open Sans"/>
                <a:ea typeface="Open Sans"/>
                <a:cs typeface="Open Sans"/>
                <a:sym typeface="Open Sans"/>
              </a:rPr>
              <a:t>. </a:t>
            </a:r>
          </a:p>
          <a:p>
            <a:pPr marL="342900" marR="0" lvl="0" indent="-342900" algn="l" rtl="0">
              <a:spcBef>
                <a:spcPts val="0"/>
              </a:spcBef>
              <a:spcAft>
                <a:spcPts val="0"/>
              </a:spcAft>
              <a:buFont typeface="Arial" panose="020B0604020202020204" pitchFamily="34" charset="0"/>
              <a:buChar char="•"/>
            </a:pPr>
            <a:r>
              <a:rPr lang="en-US" sz="2400" dirty="0">
                <a:solidFill>
                  <a:schemeClr val="tx1"/>
                </a:solidFill>
                <a:latin typeface="Open Sans"/>
                <a:ea typeface="Open Sans"/>
                <a:cs typeface="Open Sans"/>
                <a:sym typeface="Open Sans"/>
              </a:rPr>
              <a:t>E</a:t>
            </a:r>
            <a:r>
              <a:rPr lang="en-US" sz="2400" b="0" u="none" strike="noStrike" cap="none" dirty="0">
                <a:solidFill>
                  <a:schemeClr val="tx1"/>
                </a:solidFill>
                <a:latin typeface="Open Sans"/>
                <a:ea typeface="Open Sans"/>
                <a:cs typeface="Open Sans"/>
                <a:sym typeface="Open Sans"/>
              </a:rPr>
              <a:t>motional stability was the most influen</a:t>
            </a:r>
            <a:r>
              <a:rPr lang="en-US" sz="2400" dirty="0">
                <a:solidFill>
                  <a:schemeClr val="tx1"/>
                </a:solidFill>
                <a:latin typeface="Open Sans"/>
                <a:ea typeface="Open Sans"/>
                <a:cs typeface="Open Sans"/>
                <a:sym typeface="Open Sans"/>
              </a:rPr>
              <a:t>tial trait for</a:t>
            </a:r>
            <a:r>
              <a:rPr lang="en-US" sz="2400" b="0" u="none" strike="noStrike" cap="none" dirty="0">
                <a:solidFill>
                  <a:schemeClr val="tx1"/>
                </a:solidFill>
                <a:latin typeface="Open Sans"/>
                <a:ea typeface="Open Sans"/>
                <a:cs typeface="Open Sans"/>
                <a:sym typeface="Open Sans"/>
              </a:rPr>
              <a:t> negative emotions.</a:t>
            </a:r>
            <a:endParaRPr dirty="0">
              <a:solidFill>
                <a:schemeClr val="tx1"/>
              </a:solidFill>
            </a:endParaRPr>
          </a:p>
        </p:txBody>
      </p:sp>
      <p:sp>
        <p:nvSpPr>
          <p:cNvPr id="126" name="Google Shape;126;p13"/>
          <p:cNvSpPr/>
          <p:nvPr/>
        </p:nvSpPr>
        <p:spPr>
          <a:xfrm>
            <a:off x="15666720" y="10195839"/>
            <a:ext cx="12649199" cy="4937218"/>
          </a:xfrm>
          <a:prstGeom prst="roundRect">
            <a:avLst>
              <a:gd name="adj" fmla="val 3000"/>
            </a:avLst>
          </a:prstGeom>
          <a:solidFill>
            <a:srgbClr val="E7EFF5"/>
          </a:solidFill>
          <a:ln w="17775" cap="flat" cmpd="sng">
            <a:solidFill>
              <a:srgbClr val="003B5C"/>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28" name="Google Shape;128;p13"/>
          <p:cNvSpPr/>
          <p:nvPr/>
        </p:nvSpPr>
        <p:spPr>
          <a:xfrm>
            <a:off x="15666720" y="15964967"/>
            <a:ext cx="12649199" cy="4937218"/>
          </a:xfrm>
          <a:prstGeom prst="roundRect">
            <a:avLst>
              <a:gd name="adj" fmla="val 3000"/>
            </a:avLst>
          </a:prstGeom>
          <a:solidFill>
            <a:srgbClr val="E7EFF5"/>
          </a:solidFill>
          <a:ln w="17775" cap="flat" cmpd="sng">
            <a:solidFill>
              <a:srgbClr val="003B5C"/>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0" name="Google Shape;130;p13"/>
          <p:cNvSpPr/>
          <p:nvPr/>
        </p:nvSpPr>
        <p:spPr>
          <a:xfrm>
            <a:off x="29413200" y="5663606"/>
            <a:ext cx="13655039" cy="8319940"/>
          </a:xfrm>
          <a:prstGeom prst="roundRect">
            <a:avLst>
              <a:gd name="adj" fmla="val 4000"/>
            </a:avLst>
          </a:prstGeom>
          <a:solidFill>
            <a:srgbClr val="FFFFFF"/>
          </a:solidFill>
          <a:ln>
            <a:noFill/>
          </a:ln>
          <a:effectLst>
            <a:outerShdw blurRad="100584" dist="54864" dir="5400000" rotWithShape="0">
              <a:srgbClr val="16242E">
                <a:alpha val="5803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1" name="Google Shape;131;p13"/>
          <p:cNvSpPr/>
          <p:nvPr/>
        </p:nvSpPr>
        <p:spPr>
          <a:xfrm>
            <a:off x="29916120" y="6120806"/>
            <a:ext cx="841248" cy="841248"/>
          </a:xfrm>
          <a:prstGeom prst="ellipse">
            <a:avLst/>
          </a:prstGeom>
          <a:solidFill>
            <a:srgbClr val="003B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32" name="Google Shape;132;p13" descr="compass_white.png"/>
          <p:cNvPicPr preferRelativeResize="0"/>
          <p:nvPr/>
        </p:nvPicPr>
        <p:blipFill rotWithShape="1">
          <a:blip r:embed="rId4">
            <a:alphaModFix/>
          </a:blip>
          <a:srcRect/>
          <a:stretch/>
        </p:blipFill>
        <p:spPr>
          <a:xfrm>
            <a:off x="30059133" y="6263818"/>
            <a:ext cx="555223" cy="563348"/>
          </a:xfrm>
          <a:prstGeom prst="rect">
            <a:avLst/>
          </a:prstGeom>
          <a:noFill/>
          <a:ln>
            <a:noFill/>
          </a:ln>
        </p:spPr>
      </p:pic>
      <p:sp>
        <p:nvSpPr>
          <p:cNvPr id="133" name="Google Shape;133;p13"/>
          <p:cNvSpPr txBox="1"/>
          <p:nvPr/>
        </p:nvSpPr>
        <p:spPr>
          <a:xfrm>
            <a:off x="31077408" y="5919638"/>
            <a:ext cx="11487912" cy="1243584"/>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3000" b="1" i="0" u="none" strike="noStrike" cap="none" dirty="0">
                <a:solidFill>
                  <a:srgbClr val="003B5C"/>
                </a:solidFill>
                <a:latin typeface="Open Sans"/>
                <a:ea typeface="Open Sans"/>
                <a:cs typeface="Open Sans"/>
                <a:sym typeface="Open Sans"/>
              </a:rPr>
              <a:t>Discussion, Limitations &amp; Conclusions</a:t>
            </a:r>
            <a:endParaRPr dirty="0"/>
          </a:p>
        </p:txBody>
      </p:sp>
      <p:sp>
        <p:nvSpPr>
          <p:cNvPr id="134" name="Google Shape;134;p13"/>
          <p:cNvSpPr/>
          <p:nvPr/>
        </p:nvSpPr>
        <p:spPr>
          <a:xfrm>
            <a:off x="29824679" y="7218086"/>
            <a:ext cx="12649199" cy="32004"/>
          </a:xfrm>
          <a:prstGeom prst="rect">
            <a:avLst/>
          </a:prstGeom>
          <a:solidFill>
            <a:srgbClr val="C6AA7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5" name="Google Shape;135;p13"/>
          <p:cNvSpPr txBox="1"/>
          <p:nvPr/>
        </p:nvSpPr>
        <p:spPr>
          <a:xfrm>
            <a:off x="29916120" y="7437542"/>
            <a:ext cx="12649199" cy="5998563"/>
          </a:xfrm>
          <a:prstGeom prst="rect">
            <a:avLst/>
          </a:prstGeom>
          <a:noFill/>
          <a:ln>
            <a:noFill/>
          </a:ln>
        </p:spPr>
        <p:txBody>
          <a:bodyPr spcFirstLastPara="1" wrap="square" lIns="91425" tIns="36575" rIns="91425" bIns="36575" anchor="t" anchorCtr="0">
            <a:spAutoFit/>
          </a:bodyPr>
          <a:lstStyle/>
          <a:p>
            <a:pPr lvl="0"/>
            <a:r>
              <a:rPr lang="en-US" sz="2400" b="1" i="0" u="none" strike="noStrike" cap="none" dirty="0">
                <a:solidFill>
                  <a:srgbClr val="003B5C"/>
                </a:solidFill>
                <a:latin typeface="Open Sans"/>
                <a:ea typeface="Open Sans"/>
                <a:cs typeface="Open Sans"/>
                <a:sym typeface="Open Sans"/>
              </a:rPr>
              <a:t>Discussion: </a:t>
            </a:r>
            <a:r>
              <a:rPr lang="en-US" sz="2400" i="0" dirty="0">
                <a:solidFill>
                  <a:schemeClr val="tx1"/>
                </a:solidFill>
                <a:latin typeface="Open Sans"/>
                <a:ea typeface="Open Sans"/>
                <a:cs typeface="Open Sans"/>
                <a:sym typeface="Open Sans"/>
              </a:rPr>
              <a:t>R</a:t>
            </a:r>
            <a:r>
              <a:rPr lang="en-US" sz="2400" b="0" u="none" strike="noStrike" cap="none" dirty="0">
                <a:solidFill>
                  <a:schemeClr val="tx1"/>
                </a:solidFill>
                <a:latin typeface="Open Sans"/>
                <a:ea typeface="Open Sans"/>
                <a:cs typeface="Open Sans"/>
                <a:sym typeface="Open Sans"/>
              </a:rPr>
              <a:t>esults supported prior findings, adding to the “credibility revolution” </a:t>
            </a:r>
            <a:r>
              <a:rPr lang="en-US" sz="2400" dirty="0">
                <a:solidFill>
                  <a:schemeClr val="tx1"/>
                </a:solidFill>
                <a:latin typeface="Open Sans"/>
                <a:ea typeface="Open Sans"/>
                <a:cs typeface="Open Sans"/>
                <a:sym typeface="Open Sans"/>
              </a:rPr>
              <a:t>described by </a:t>
            </a:r>
            <a:r>
              <a:rPr lang="en-US" sz="2400" dirty="0" err="1">
                <a:solidFill>
                  <a:schemeClr val="tx1"/>
                </a:solidFill>
                <a:latin typeface="Open Sans"/>
                <a:ea typeface="Open Sans"/>
                <a:cs typeface="Open Sans"/>
                <a:sym typeface="Open Sans"/>
              </a:rPr>
              <a:t>Korbmacher</a:t>
            </a:r>
            <a:r>
              <a:rPr lang="en-US" sz="2400" dirty="0">
                <a:solidFill>
                  <a:schemeClr val="tx1"/>
                </a:solidFill>
                <a:latin typeface="Open Sans"/>
                <a:ea typeface="Open Sans"/>
                <a:cs typeface="Open Sans"/>
                <a:sym typeface="Open Sans"/>
              </a:rPr>
              <a:t> et al. (2023).  Therefore, this study adds to the growing body of replication studies advancing the cause of repairing public trust in the psychological sciences.</a:t>
            </a:r>
            <a:endParaRPr lang="en-US" sz="2400" b="0" u="none" strike="noStrike" cap="none" dirty="0">
              <a:solidFill>
                <a:schemeClr val="tx1"/>
              </a:solidFill>
              <a:latin typeface="Open Sans"/>
              <a:ea typeface="Open Sans"/>
              <a:cs typeface="Open Sans"/>
              <a:sym typeface="Open Sans"/>
            </a:endParaRPr>
          </a:p>
          <a:p>
            <a:pPr marL="0" marR="0" lvl="0" indent="0" algn="l" rtl="0">
              <a:spcBef>
                <a:spcPts val="0"/>
              </a:spcBef>
              <a:spcAft>
                <a:spcPts val="0"/>
              </a:spcAft>
              <a:buNone/>
            </a:pPr>
            <a:r>
              <a:rPr lang="en-US" sz="2400" b="0" u="none" strike="noStrike" cap="none" dirty="0">
                <a:solidFill>
                  <a:schemeClr val="tx1"/>
                </a:solidFill>
                <a:latin typeface="Open Sans"/>
                <a:ea typeface="Open Sans"/>
                <a:cs typeface="Open Sans"/>
                <a:sym typeface="Open Sans"/>
              </a:rPr>
              <a:t> </a:t>
            </a:r>
            <a:endParaRPr dirty="0">
              <a:solidFill>
                <a:schemeClr val="tx1"/>
              </a:solidFill>
            </a:endParaRPr>
          </a:p>
          <a:p>
            <a:pPr marL="0" marR="0" lvl="0" indent="0" algn="l" rtl="0">
              <a:spcBef>
                <a:spcPts val="1000"/>
              </a:spcBef>
              <a:spcAft>
                <a:spcPts val="0"/>
              </a:spcAft>
              <a:buNone/>
            </a:pPr>
            <a:r>
              <a:rPr lang="en-US" sz="2400" b="1" i="0" u="none" strike="noStrike" cap="none" dirty="0">
                <a:solidFill>
                  <a:srgbClr val="003B5C"/>
                </a:solidFill>
                <a:latin typeface="Open Sans"/>
                <a:ea typeface="Open Sans"/>
                <a:cs typeface="Open Sans"/>
                <a:sym typeface="Open Sans"/>
              </a:rPr>
              <a:t>Limitations &amp; future work: </a:t>
            </a:r>
            <a:r>
              <a:rPr lang="en-US" sz="2400" dirty="0">
                <a:solidFill>
                  <a:schemeClr val="tx1"/>
                </a:solidFill>
                <a:latin typeface="Open Sans"/>
                <a:ea typeface="Open Sans"/>
                <a:cs typeface="Open Sans"/>
                <a:sym typeface="Open Sans"/>
              </a:rPr>
              <a:t>This survey was conducted online and may have been completed multiple times by the same participant.  Additionally, populations with limited or no access to the internet were under sampled.  Results from this study will be used to isolate important features from machine models that predict depression, stress, and anxiety in males and females.</a:t>
            </a:r>
            <a:endParaRPr dirty="0">
              <a:solidFill>
                <a:schemeClr val="tx1"/>
              </a:solidFill>
            </a:endParaRPr>
          </a:p>
          <a:p>
            <a:pPr marL="0" marR="0" lvl="0" indent="0" algn="l" rtl="0">
              <a:spcBef>
                <a:spcPts val="1000"/>
              </a:spcBef>
              <a:spcAft>
                <a:spcPts val="0"/>
              </a:spcAft>
              <a:buNone/>
            </a:pPr>
            <a:endParaRPr lang="en-US" sz="2400" b="1" i="0" u="none" strike="noStrike" cap="none" dirty="0">
              <a:solidFill>
                <a:srgbClr val="003B5C"/>
              </a:solidFill>
              <a:latin typeface="Open Sans"/>
              <a:ea typeface="Open Sans"/>
              <a:cs typeface="Open Sans"/>
              <a:sym typeface="Open Sans"/>
            </a:endParaRPr>
          </a:p>
          <a:p>
            <a:pPr marL="0" marR="0" lvl="0" indent="0" algn="l" rtl="0">
              <a:spcBef>
                <a:spcPts val="1000"/>
              </a:spcBef>
              <a:spcAft>
                <a:spcPts val="0"/>
              </a:spcAft>
              <a:buNone/>
            </a:pPr>
            <a:r>
              <a:rPr lang="en-US" sz="2400" b="1" i="0" u="none" strike="noStrike" cap="none" dirty="0">
                <a:solidFill>
                  <a:srgbClr val="003B5C"/>
                </a:solidFill>
                <a:latin typeface="Open Sans"/>
                <a:ea typeface="Open Sans"/>
                <a:cs typeface="Open Sans"/>
                <a:sym typeface="Open Sans"/>
              </a:rPr>
              <a:t>Conclusions: </a:t>
            </a:r>
            <a:r>
              <a:rPr lang="en-US" sz="2400" b="0" u="none" strike="noStrike" cap="none" dirty="0">
                <a:solidFill>
                  <a:schemeClr val="tx1"/>
                </a:solidFill>
                <a:latin typeface="Open Sans"/>
                <a:ea typeface="Open Sans"/>
                <a:cs typeface="Open Sans"/>
                <a:sym typeface="Open Sans"/>
              </a:rPr>
              <a:t>This study showed open-source software can be used to conduct rigorous analysis of open-source data to replicate findings from previous research, thus opening the field of psychological science to a broad swath a researchers looking to contribute to the credibility revolution.</a:t>
            </a:r>
            <a:endParaRPr dirty="0">
              <a:solidFill>
                <a:schemeClr val="tx1"/>
              </a:solidFill>
            </a:endParaRPr>
          </a:p>
        </p:txBody>
      </p:sp>
      <p:sp>
        <p:nvSpPr>
          <p:cNvPr id="136" name="Google Shape;136;p13"/>
          <p:cNvSpPr/>
          <p:nvPr/>
        </p:nvSpPr>
        <p:spPr>
          <a:xfrm>
            <a:off x="914400" y="29260800"/>
            <a:ext cx="42062400" cy="2743200"/>
          </a:xfrm>
          <a:prstGeom prst="roundRect">
            <a:avLst>
              <a:gd name="adj" fmla="val 8000"/>
            </a:avLst>
          </a:prstGeom>
          <a:solidFill>
            <a:srgbClr val="003B5C"/>
          </a:solidFill>
          <a:ln>
            <a:noFill/>
          </a:ln>
          <a:effectLst>
            <a:outerShdw blurRad="100584" dist="54864" dir="5400000" rotWithShape="0">
              <a:srgbClr val="16242E">
                <a:alpha val="5803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39" name="Google Shape;139;p13"/>
          <p:cNvSpPr/>
          <p:nvPr/>
        </p:nvSpPr>
        <p:spPr>
          <a:xfrm>
            <a:off x="1325880" y="30175200"/>
            <a:ext cx="914400" cy="914400"/>
          </a:xfrm>
          <a:prstGeom prst="ellipse">
            <a:avLst/>
          </a:prstGeom>
          <a:solidFill>
            <a:srgbClr val="003B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40" name="Google Shape;140;p13" descr="compass_white.png"/>
          <p:cNvPicPr preferRelativeResize="0"/>
          <p:nvPr/>
        </p:nvPicPr>
        <p:blipFill rotWithShape="1">
          <a:blip r:embed="rId4">
            <a:alphaModFix/>
          </a:blip>
          <a:srcRect/>
          <a:stretch/>
        </p:blipFill>
        <p:spPr>
          <a:xfrm>
            <a:off x="1481328" y="30330648"/>
            <a:ext cx="603504" cy="612336"/>
          </a:xfrm>
          <a:prstGeom prst="rect">
            <a:avLst/>
          </a:prstGeom>
          <a:noFill/>
          <a:ln>
            <a:noFill/>
          </a:ln>
        </p:spPr>
      </p:pic>
      <p:sp>
        <p:nvSpPr>
          <p:cNvPr id="141" name="Google Shape;141;p13"/>
          <p:cNvSpPr txBox="1"/>
          <p:nvPr/>
        </p:nvSpPr>
        <p:spPr>
          <a:xfrm>
            <a:off x="2468880" y="30203051"/>
            <a:ext cx="37673279" cy="858695"/>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2900" b="1" i="0" u="none" strike="noStrike" cap="none" dirty="0">
                <a:solidFill>
                  <a:srgbClr val="FFFFFF"/>
                </a:solidFill>
                <a:latin typeface="Open Sans"/>
                <a:ea typeface="Open Sans"/>
                <a:cs typeface="Open Sans"/>
                <a:sym typeface="Open Sans"/>
              </a:rPr>
              <a:t>Reproducibility </a:t>
            </a:r>
          </a:p>
          <a:p>
            <a:pPr lvl="0"/>
            <a:r>
              <a:rPr lang="en-US" sz="2200" b="0" i="0" u="none" strike="noStrike" cap="none" dirty="0">
                <a:solidFill>
                  <a:srgbClr val="FFFFFF"/>
                </a:solidFill>
                <a:latin typeface="Open Sans"/>
                <a:ea typeface="Open Sans"/>
                <a:cs typeface="Open Sans"/>
                <a:sym typeface="Open Sans"/>
              </a:rPr>
              <a:t>Repository: https://github.</a:t>
            </a:r>
            <a:r>
              <a:rPr lang="en-US" sz="2200" dirty="0">
                <a:solidFill>
                  <a:srgbClr val="FFFFFF"/>
                </a:solidFill>
                <a:latin typeface="Open Sans"/>
                <a:ea typeface="Open Sans"/>
                <a:cs typeface="Open Sans"/>
                <a:sym typeface="Open Sans"/>
              </a:rPr>
              <a:t>com/ballen-git/data510-capstone/tree/main/deliverables/final_deliverable</a:t>
            </a:r>
            <a:r>
              <a:rPr lang="en-US" sz="2200" b="0" i="0" u="none" strike="noStrike" cap="none" dirty="0">
                <a:solidFill>
                  <a:srgbClr val="FFFFFF"/>
                </a:solidFill>
                <a:latin typeface="Open Sans"/>
                <a:ea typeface="Open Sans"/>
                <a:cs typeface="Open Sans"/>
                <a:sym typeface="Open Sans"/>
              </a:rPr>
              <a:t> </a:t>
            </a:r>
            <a:endParaRPr dirty="0"/>
          </a:p>
        </p:txBody>
      </p:sp>
      <p:pic>
        <p:nvPicPr>
          <p:cNvPr id="19" name="Picture 18">
            <a:extLst>
              <a:ext uri="{FF2B5EF4-FFF2-40B4-BE49-F238E27FC236}">
                <a16:creationId xmlns:a16="http://schemas.microsoft.com/office/drawing/2014/main" id="{6FE5F101-B674-B9AA-C503-343A2004A653}"/>
              </a:ext>
            </a:extLst>
          </p:cNvPr>
          <p:cNvPicPr>
            <a:picLocks noChangeAspect="1"/>
          </p:cNvPicPr>
          <p:nvPr/>
        </p:nvPicPr>
        <p:blipFill>
          <a:blip r:embed="rId5"/>
          <a:stretch>
            <a:fillRect/>
          </a:stretch>
        </p:blipFill>
        <p:spPr>
          <a:xfrm>
            <a:off x="15848787" y="16157803"/>
            <a:ext cx="9103092" cy="4551545"/>
          </a:xfrm>
          <a:prstGeom prst="rect">
            <a:avLst/>
          </a:prstGeom>
        </p:spPr>
      </p:pic>
      <p:pic>
        <p:nvPicPr>
          <p:cNvPr id="21" name="Picture 20">
            <a:extLst>
              <a:ext uri="{FF2B5EF4-FFF2-40B4-BE49-F238E27FC236}">
                <a16:creationId xmlns:a16="http://schemas.microsoft.com/office/drawing/2014/main" id="{2E8286AE-23DD-C677-EC6D-8C40F236AB81}"/>
              </a:ext>
            </a:extLst>
          </p:cNvPr>
          <p:cNvPicPr>
            <a:picLocks noChangeAspect="1"/>
          </p:cNvPicPr>
          <p:nvPr/>
        </p:nvPicPr>
        <p:blipFill>
          <a:blip r:embed="rId6"/>
          <a:stretch>
            <a:fillRect/>
          </a:stretch>
        </p:blipFill>
        <p:spPr>
          <a:xfrm>
            <a:off x="16087344" y="10425177"/>
            <a:ext cx="4907291" cy="2944375"/>
          </a:xfrm>
          <a:prstGeom prst="rect">
            <a:avLst/>
          </a:prstGeom>
        </p:spPr>
      </p:pic>
      <p:pic>
        <p:nvPicPr>
          <p:cNvPr id="23" name="Picture 22">
            <a:extLst>
              <a:ext uri="{FF2B5EF4-FFF2-40B4-BE49-F238E27FC236}">
                <a16:creationId xmlns:a16="http://schemas.microsoft.com/office/drawing/2014/main" id="{1C911A44-6CBB-26FB-9946-5DA04D4ECC5B}"/>
              </a:ext>
            </a:extLst>
          </p:cNvPr>
          <p:cNvPicPr>
            <a:picLocks noChangeAspect="1"/>
          </p:cNvPicPr>
          <p:nvPr/>
        </p:nvPicPr>
        <p:blipFill>
          <a:blip r:embed="rId7"/>
          <a:stretch>
            <a:fillRect/>
          </a:stretch>
        </p:blipFill>
        <p:spPr>
          <a:xfrm>
            <a:off x="21168367" y="10423236"/>
            <a:ext cx="4700026" cy="4230023"/>
          </a:xfrm>
          <a:prstGeom prst="rect">
            <a:avLst/>
          </a:prstGeom>
        </p:spPr>
      </p:pic>
      <p:sp>
        <p:nvSpPr>
          <p:cNvPr id="25" name="TextBox 24">
            <a:extLst>
              <a:ext uri="{FF2B5EF4-FFF2-40B4-BE49-F238E27FC236}">
                <a16:creationId xmlns:a16="http://schemas.microsoft.com/office/drawing/2014/main" id="{4F2C221E-B381-5E5B-E1A5-B6C3C7AEBE77}"/>
              </a:ext>
            </a:extLst>
          </p:cNvPr>
          <p:cNvSpPr txBox="1"/>
          <p:nvPr/>
        </p:nvSpPr>
        <p:spPr>
          <a:xfrm>
            <a:off x="16087344" y="13424416"/>
            <a:ext cx="4572009" cy="1600438"/>
          </a:xfrm>
          <a:prstGeom prst="rect">
            <a:avLst/>
          </a:prstGeom>
          <a:noFill/>
        </p:spPr>
        <p:txBody>
          <a:bodyPr wrap="square">
            <a:spAutoFit/>
          </a:bodyPr>
          <a:lstStyle/>
          <a:p>
            <a:pPr marL="0" marR="0" lvl="0" indent="0" algn="l" rtl="0">
              <a:spcBef>
                <a:spcPts val="1000"/>
              </a:spcBef>
              <a:spcAft>
                <a:spcPts val="0"/>
              </a:spcAft>
              <a:buNone/>
            </a:pPr>
            <a:r>
              <a:rPr lang="en-US" sz="1400" b="1" i="0" u="none" strike="noStrike" cap="none" dirty="0">
                <a:solidFill>
                  <a:srgbClr val="003B5C"/>
                </a:solidFill>
                <a:latin typeface="Open Sans" panose="020B0606030504020204" pitchFamily="34" charset="0"/>
                <a:ea typeface="Open Sans" panose="020B0606030504020204" pitchFamily="34" charset="0"/>
                <a:cs typeface="Open Sans" panose="020B0606030504020204" pitchFamily="34" charset="0"/>
                <a:sym typeface="Open Sans"/>
              </a:rPr>
              <a:t>Fig 1. </a:t>
            </a:r>
            <a:r>
              <a:rPr lang="en-US" sz="1400" b="0" u="none" strike="noStrike" cap="none"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Distribution of stress, depression, and anxiety by gender. The distributions for stress and anxiety show clear differences with female scores trending higher than male scores, with similar but smaller differences for depression, replicating previous findings that females tend to experience higher average levels of stress, depression, and anxiety.</a:t>
            </a:r>
            <a:endPar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extBox 28">
            <a:extLst>
              <a:ext uri="{FF2B5EF4-FFF2-40B4-BE49-F238E27FC236}">
                <a16:creationId xmlns:a16="http://schemas.microsoft.com/office/drawing/2014/main" id="{56EC34F0-8078-3E7E-A1FD-5D02FEC299E0}"/>
              </a:ext>
            </a:extLst>
          </p:cNvPr>
          <p:cNvSpPr txBox="1"/>
          <p:nvPr/>
        </p:nvSpPr>
        <p:spPr>
          <a:xfrm>
            <a:off x="25868393" y="10423236"/>
            <a:ext cx="2490198" cy="2462213"/>
          </a:xfrm>
          <a:prstGeom prst="rect">
            <a:avLst/>
          </a:prstGeom>
          <a:noFill/>
        </p:spPr>
        <p:txBody>
          <a:bodyPr wrap="square">
            <a:spAutoFit/>
          </a:bodyPr>
          <a:lstStyle/>
          <a:p>
            <a:pPr marL="0" marR="0" lvl="0" indent="0" algn="l" rtl="0">
              <a:spcBef>
                <a:spcPts val="1000"/>
              </a:spcBef>
              <a:spcAft>
                <a:spcPts val="0"/>
              </a:spcAft>
              <a:buNone/>
            </a:pPr>
            <a:r>
              <a:rPr lang="en-US" sz="1400" b="1" i="0" u="none" strike="noStrike" cap="none" dirty="0">
                <a:solidFill>
                  <a:srgbClr val="003B5C"/>
                </a:solidFill>
                <a:latin typeface="Open Sans" panose="020B0606030504020204" pitchFamily="34" charset="0"/>
                <a:ea typeface="Open Sans" panose="020B0606030504020204" pitchFamily="34" charset="0"/>
                <a:cs typeface="Open Sans" panose="020B0606030504020204" pitchFamily="34" charset="0"/>
                <a:sym typeface="Open Sans"/>
              </a:rPr>
              <a:t>Fig 2. </a:t>
            </a:r>
            <a:r>
              <a:rPr lang="en-US" sz="1400" b="0" u="none" strike="noStrike" cap="none"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Distribution of personality scores by gender. The distributions show that on balance, females rate higher in trait agreeableness and lower in emotional stability than males. These differences are small to moderate, replicating previous findings.</a:t>
            </a:r>
            <a:endPar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 name="TextBox 30">
            <a:extLst>
              <a:ext uri="{FF2B5EF4-FFF2-40B4-BE49-F238E27FC236}">
                <a16:creationId xmlns:a16="http://schemas.microsoft.com/office/drawing/2014/main" id="{B2174B0E-1FD0-13C4-B143-4A27EAE18F99}"/>
              </a:ext>
            </a:extLst>
          </p:cNvPr>
          <p:cNvSpPr txBox="1"/>
          <p:nvPr/>
        </p:nvSpPr>
        <p:spPr>
          <a:xfrm>
            <a:off x="25013118" y="16139634"/>
            <a:ext cx="3155866" cy="1600438"/>
          </a:xfrm>
          <a:prstGeom prst="rect">
            <a:avLst/>
          </a:prstGeom>
          <a:noFill/>
        </p:spPr>
        <p:txBody>
          <a:bodyPr wrap="square">
            <a:spAutoFit/>
          </a:bodyPr>
          <a:lstStyle/>
          <a:p>
            <a:pPr marL="0" marR="0" lvl="0" indent="0" algn="l" rtl="0">
              <a:spcBef>
                <a:spcPts val="1000"/>
              </a:spcBef>
              <a:spcAft>
                <a:spcPts val="0"/>
              </a:spcAft>
              <a:buNone/>
            </a:pPr>
            <a:r>
              <a:rPr lang="en-US" sz="1400" b="1" i="0" u="none" strike="noStrike" cap="none" dirty="0">
                <a:solidFill>
                  <a:srgbClr val="003B5C"/>
                </a:solidFill>
                <a:latin typeface="Open Sans" panose="020B0606030504020204" pitchFamily="34" charset="0"/>
                <a:ea typeface="Open Sans" panose="020B0606030504020204" pitchFamily="34" charset="0"/>
                <a:cs typeface="Open Sans" panose="020B0606030504020204" pitchFamily="34" charset="0"/>
                <a:sym typeface="Open Sans"/>
              </a:rPr>
              <a:t>Fig 3. </a:t>
            </a:r>
            <a:r>
              <a:rPr lang="en-US" sz="1400" b="0" u="none" strike="noStrike" cap="none"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Distribution of unstandardized personality coefficients. This distribution shows that emotional stability </a:t>
            </a:r>
            <a:r>
              <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sym typeface="Open Sans"/>
              </a:rPr>
              <a:t>is the most influential trait for personality as a predictor of stress, depression, and anxiety for both males and females.</a:t>
            </a:r>
            <a:endParaRPr lang="en-US"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0" name="Google Shape;130;p13">
            <a:extLst>
              <a:ext uri="{FF2B5EF4-FFF2-40B4-BE49-F238E27FC236}">
                <a16:creationId xmlns:a16="http://schemas.microsoft.com/office/drawing/2014/main" id="{A0A14857-8359-40D7-6575-D5201FA424CB}"/>
              </a:ext>
            </a:extLst>
          </p:cNvPr>
          <p:cNvSpPr/>
          <p:nvPr/>
        </p:nvSpPr>
        <p:spPr>
          <a:xfrm>
            <a:off x="29413200" y="14489138"/>
            <a:ext cx="13655039" cy="14228696"/>
          </a:xfrm>
          <a:prstGeom prst="roundRect">
            <a:avLst>
              <a:gd name="adj" fmla="val 4000"/>
            </a:avLst>
          </a:prstGeom>
          <a:solidFill>
            <a:srgbClr val="FFFFFF"/>
          </a:solidFill>
          <a:ln>
            <a:noFill/>
          </a:ln>
          <a:effectLst>
            <a:outerShdw blurRad="100584" dist="54864" dir="5400000" rotWithShape="0">
              <a:srgbClr val="16242E">
                <a:alpha val="58039"/>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42" name="Google Shape;131;p13">
            <a:extLst>
              <a:ext uri="{FF2B5EF4-FFF2-40B4-BE49-F238E27FC236}">
                <a16:creationId xmlns:a16="http://schemas.microsoft.com/office/drawing/2014/main" id="{7B6E7A56-0F6D-92C5-EEA7-EEF2F48AB607}"/>
              </a:ext>
            </a:extLst>
          </p:cNvPr>
          <p:cNvSpPr/>
          <p:nvPr/>
        </p:nvSpPr>
        <p:spPr>
          <a:xfrm>
            <a:off x="29916120" y="14948219"/>
            <a:ext cx="841248" cy="841248"/>
          </a:xfrm>
          <a:prstGeom prst="ellipse">
            <a:avLst/>
          </a:prstGeom>
          <a:solidFill>
            <a:srgbClr val="003B5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44" name="Google Shape;132;p13" descr="compass_white.png">
            <a:extLst>
              <a:ext uri="{FF2B5EF4-FFF2-40B4-BE49-F238E27FC236}">
                <a16:creationId xmlns:a16="http://schemas.microsoft.com/office/drawing/2014/main" id="{838E606F-1E2F-E179-759E-A57494C72726}"/>
              </a:ext>
            </a:extLst>
          </p:cNvPr>
          <p:cNvPicPr preferRelativeResize="0"/>
          <p:nvPr/>
        </p:nvPicPr>
        <p:blipFill rotWithShape="1">
          <a:blip r:embed="rId4">
            <a:alphaModFix/>
          </a:blip>
          <a:srcRect/>
          <a:stretch/>
        </p:blipFill>
        <p:spPr>
          <a:xfrm>
            <a:off x="30059133" y="15091231"/>
            <a:ext cx="555223" cy="563348"/>
          </a:xfrm>
          <a:prstGeom prst="rect">
            <a:avLst/>
          </a:prstGeom>
          <a:noFill/>
          <a:ln>
            <a:noFill/>
          </a:ln>
        </p:spPr>
      </p:pic>
      <p:sp>
        <p:nvSpPr>
          <p:cNvPr id="46" name="Google Shape;133;p13">
            <a:extLst>
              <a:ext uri="{FF2B5EF4-FFF2-40B4-BE49-F238E27FC236}">
                <a16:creationId xmlns:a16="http://schemas.microsoft.com/office/drawing/2014/main" id="{9170D7E1-68AA-9DC8-74AF-B901549CFA24}"/>
              </a:ext>
            </a:extLst>
          </p:cNvPr>
          <p:cNvSpPr txBox="1"/>
          <p:nvPr/>
        </p:nvSpPr>
        <p:spPr>
          <a:xfrm>
            <a:off x="31077408" y="15101078"/>
            <a:ext cx="11487912" cy="535529"/>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3000" b="1" i="0" u="none" strike="noStrike" cap="none" dirty="0">
                <a:solidFill>
                  <a:srgbClr val="003B5C"/>
                </a:solidFill>
                <a:latin typeface="Open Sans"/>
                <a:ea typeface="Open Sans"/>
                <a:cs typeface="Open Sans"/>
                <a:sym typeface="Open Sans"/>
              </a:rPr>
              <a:t>References</a:t>
            </a:r>
            <a:endParaRPr dirty="0"/>
          </a:p>
        </p:txBody>
      </p:sp>
      <p:sp>
        <p:nvSpPr>
          <p:cNvPr id="48" name="Google Shape;134;p13">
            <a:extLst>
              <a:ext uri="{FF2B5EF4-FFF2-40B4-BE49-F238E27FC236}">
                <a16:creationId xmlns:a16="http://schemas.microsoft.com/office/drawing/2014/main" id="{E949CD2B-E87C-E711-6C48-C83BC01694CC}"/>
              </a:ext>
            </a:extLst>
          </p:cNvPr>
          <p:cNvSpPr/>
          <p:nvPr/>
        </p:nvSpPr>
        <p:spPr>
          <a:xfrm>
            <a:off x="29916120" y="16045499"/>
            <a:ext cx="12649199" cy="32004"/>
          </a:xfrm>
          <a:prstGeom prst="rect">
            <a:avLst/>
          </a:prstGeom>
          <a:solidFill>
            <a:srgbClr val="C6AA7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0" name="Google Shape;135;p13">
            <a:extLst>
              <a:ext uri="{FF2B5EF4-FFF2-40B4-BE49-F238E27FC236}">
                <a16:creationId xmlns:a16="http://schemas.microsoft.com/office/drawing/2014/main" id="{AC2B5757-3EB2-40CC-B58E-1BAA413C6E3D}"/>
              </a:ext>
            </a:extLst>
          </p:cNvPr>
          <p:cNvSpPr txBox="1"/>
          <p:nvPr/>
        </p:nvSpPr>
        <p:spPr>
          <a:xfrm>
            <a:off x="29916120" y="16266519"/>
            <a:ext cx="12813030" cy="12231039"/>
          </a:xfrm>
          <a:prstGeom prst="rect">
            <a:avLst/>
          </a:prstGeom>
          <a:noFill/>
          <a:ln>
            <a:noFill/>
          </a:ln>
        </p:spPr>
        <p:txBody>
          <a:bodyPr spcFirstLastPara="1" wrap="square" lIns="91425" tIns="36575" rIns="91425" bIns="36575" anchor="t" anchorCtr="0">
            <a:spAutoFit/>
          </a:bodyPr>
          <a:lstStyle/>
          <a:p>
            <a:pPr marL="463550" lvl="0" indent="-463550">
              <a:spcBef>
                <a:spcPts val="600"/>
              </a:spcBef>
              <a:spcAft>
                <a:spcPts val="600"/>
              </a:spcAft>
            </a:pPr>
            <a:r>
              <a:rPr lang="en-US" sz="2300" dirty="0">
                <a:latin typeface="Open Sans" panose="020B0606030504020204" pitchFamily="34" charset="0"/>
                <a:ea typeface="Open Sans" panose="020B0606030504020204" pitchFamily="34" charset="0"/>
                <a:cs typeface="Open Sans" panose="020B0606030504020204" pitchFamily="34" charset="0"/>
              </a:rPr>
              <a:t>Furr, M. (2018). Psychometrics: An introduction (3rd ed.). SAGE Publications Inc.</a:t>
            </a:r>
          </a:p>
          <a:p>
            <a:pPr marL="463550" lvl="0" indent="-463550">
              <a:spcBef>
                <a:spcPts val="600"/>
              </a:spcBef>
              <a:spcAft>
                <a:spcPts val="600"/>
              </a:spcAft>
            </a:pPr>
            <a:r>
              <a:rPr lang="en-US" sz="2300" dirty="0">
                <a:latin typeface="Open Sans" panose="020B0606030504020204" pitchFamily="34" charset="0"/>
                <a:ea typeface="Open Sans" panose="020B0606030504020204" pitchFamily="34" charset="0"/>
                <a:cs typeface="Open Sans" panose="020B0606030504020204" pitchFamily="34" charset="0"/>
              </a:rPr>
              <a:t>Gomez, R., Summers, M., Summers, A., Wolf, A., &amp; Summers, J. (2014). Depression Anxiety Stress Scales-21: Measurement and structural invariance across ratings of men and women. Assessment, 21(4), 418–426. </a:t>
            </a:r>
            <a:r>
              <a:rPr lang="en-US" sz="2300" dirty="0">
                <a:latin typeface="Open Sans" panose="020B0606030504020204" pitchFamily="34" charset="0"/>
                <a:ea typeface="Open Sans" panose="020B0606030504020204" pitchFamily="34" charset="0"/>
                <a:cs typeface="Open Sans" panose="020B0606030504020204" pitchFamily="34" charset="0"/>
                <a:hlinkClick r:id="rId8"/>
              </a:rPr>
              <a:t>https://doi.org/10.1177/1073191113514106</a:t>
            </a:r>
            <a:r>
              <a:rPr lang="en-US" sz="2300" dirty="0">
                <a:latin typeface="Open Sans" panose="020B0606030504020204" pitchFamily="34" charset="0"/>
                <a:ea typeface="Open Sans" panose="020B0606030504020204" pitchFamily="34" charset="0"/>
                <a:cs typeface="Open Sans" panose="020B0606030504020204" pitchFamily="34" charset="0"/>
              </a:rPr>
              <a:t> </a:t>
            </a:r>
          </a:p>
          <a:p>
            <a:pPr marL="463550" lvl="0" indent="-463550">
              <a:spcBef>
                <a:spcPts val="600"/>
              </a:spcBef>
              <a:spcAft>
                <a:spcPts val="600"/>
              </a:spcAft>
            </a:pPr>
            <a:r>
              <a:rPr lang="en-US" sz="2300" dirty="0">
                <a:latin typeface="Open Sans" panose="020B0606030504020204" pitchFamily="34" charset="0"/>
                <a:ea typeface="Open Sans" panose="020B0606030504020204" pitchFamily="34" charset="0"/>
                <a:cs typeface="Open Sans" panose="020B0606030504020204" pitchFamily="34" charset="0"/>
              </a:rPr>
              <a:t>Gosling, S. D., Rentfrow, P. J., &amp; Swann, W. B. (2003). A very brief measure of the Big-Five personality domains. Journal of Research in Personality, 37(6), 504–528. </a:t>
            </a:r>
            <a:r>
              <a:rPr lang="en-US" sz="2300" dirty="0">
                <a:latin typeface="Open Sans" panose="020B0606030504020204" pitchFamily="34" charset="0"/>
                <a:ea typeface="Open Sans" panose="020B0606030504020204" pitchFamily="34" charset="0"/>
                <a:cs typeface="Open Sans" panose="020B0606030504020204" pitchFamily="34" charset="0"/>
                <a:hlinkClick r:id="rId9"/>
              </a:rPr>
              <a:t>https://doi.org/10.1016/S0092-6566(03)00046-1</a:t>
            </a:r>
            <a:r>
              <a:rPr lang="en-US" sz="2300" dirty="0">
                <a:latin typeface="Open Sans" panose="020B0606030504020204" pitchFamily="34" charset="0"/>
                <a:ea typeface="Open Sans" panose="020B0606030504020204" pitchFamily="34" charset="0"/>
                <a:cs typeface="Open Sans" panose="020B0606030504020204" pitchFamily="34" charset="0"/>
              </a:rPr>
              <a:t> </a:t>
            </a:r>
          </a:p>
          <a:p>
            <a:pPr marL="463550" lvl="0" indent="-463550">
              <a:spcBef>
                <a:spcPts val="600"/>
              </a:spcBef>
              <a:spcAft>
                <a:spcPts val="600"/>
              </a:spcAft>
            </a:pPr>
            <a:r>
              <a:rPr lang="en-US" sz="2300" dirty="0" err="1">
                <a:latin typeface="Open Sans" panose="020B0606030504020204" pitchFamily="34" charset="0"/>
                <a:ea typeface="Open Sans" panose="020B0606030504020204" pitchFamily="34" charset="0"/>
                <a:cs typeface="Open Sans" panose="020B0606030504020204" pitchFamily="34" charset="0"/>
              </a:rPr>
              <a:t>Korbmacher</a:t>
            </a:r>
            <a:r>
              <a:rPr lang="en-US" sz="2300" dirty="0">
                <a:latin typeface="Open Sans" panose="020B0606030504020204" pitchFamily="34" charset="0"/>
                <a:ea typeface="Open Sans" panose="020B0606030504020204" pitchFamily="34" charset="0"/>
                <a:cs typeface="Open Sans" panose="020B0606030504020204" pitchFamily="34" charset="0"/>
              </a:rPr>
              <a:t>, M., Azevedo, F., Pennington, C. R., Hartmann, H., Pownall, M., Schmidt, K., Elsherif, M., </a:t>
            </a:r>
            <a:r>
              <a:rPr lang="en-US" sz="2300" dirty="0" err="1">
                <a:latin typeface="Open Sans" panose="020B0606030504020204" pitchFamily="34" charset="0"/>
                <a:ea typeface="Open Sans" panose="020B0606030504020204" pitchFamily="34" charset="0"/>
                <a:cs typeface="Open Sans" panose="020B0606030504020204" pitchFamily="34" charset="0"/>
              </a:rPr>
              <a:t>Breznau</a:t>
            </a:r>
            <a:r>
              <a:rPr lang="en-US" sz="2300" dirty="0">
                <a:latin typeface="Open Sans" panose="020B0606030504020204" pitchFamily="34" charset="0"/>
                <a:ea typeface="Open Sans" panose="020B0606030504020204" pitchFamily="34" charset="0"/>
                <a:cs typeface="Open Sans" panose="020B0606030504020204" pitchFamily="34" charset="0"/>
              </a:rPr>
              <a:t>, N., Robertson, O., Kalandadze, T., Yu, S., Baker, B. J., O’Mahony, A., Olsnes, J. Ø.-S., Shaw, J. J., </a:t>
            </a:r>
            <a:r>
              <a:rPr lang="en-US" sz="2300" dirty="0" err="1">
                <a:latin typeface="Open Sans" panose="020B0606030504020204" pitchFamily="34" charset="0"/>
                <a:ea typeface="Open Sans" panose="020B0606030504020204" pitchFamily="34" charset="0"/>
                <a:cs typeface="Open Sans" panose="020B0606030504020204" pitchFamily="34" charset="0"/>
              </a:rPr>
              <a:t>Gjoneska</a:t>
            </a:r>
            <a:r>
              <a:rPr lang="en-US" sz="2300" dirty="0">
                <a:latin typeface="Open Sans" panose="020B0606030504020204" pitchFamily="34" charset="0"/>
                <a:ea typeface="Open Sans" panose="020B0606030504020204" pitchFamily="34" charset="0"/>
                <a:cs typeface="Open Sans" panose="020B0606030504020204" pitchFamily="34" charset="0"/>
              </a:rPr>
              <a:t>, B., Yamada, Y., </a:t>
            </a:r>
            <a:r>
              <a:rPr lang="en-US" sz="2300" dirty="0" err="1">
                <a:latin typeface="Open Sans" panose="020B0606030504020204" pitchFamily="34" charset="0"/>
                <a:ea typeface="Open Sans" panose="020B0606030504020204" pitchFamily="34" charset="0"/>
                <a:cs typeface="Open Sans" panose="020B0606030504020204" pitchFamily="34" charset="0"/>
              </a:rPr>
              <a:t>Röer</a:t>
            </a:r>
            <a:r>
              <a:rPr lang="en-US" sz="2300" dirty="0">
                <a:latin typeface="Open Sans" panose="020B0606030504020204" pitchFamily="34" charset="0"/>
                <a:ea typeface="Open Sans" panose="020B0606030504020204" pitchFamily="34" charset="0"/>
                <a:cs typeface="Open Sans" panose="020B0606030504020204" pitchFamily="34" charset="0"/>
              </a:rPr>
              <a:t>, J. P., Murphy, J., … Evans, T. (2023). The replication crisis has led to positive structural, procedural, and community changes. Communications Psychology, 1, 3.  </a:t>
            </a:r>
            <a:r>
              <a:rPr lang="en-US" sz="2300" dirty="0">
                <a:latin typeface="Open Sans" panose="020B0606030504020204" pitchFamily="34" charset="0"/>
                <a:ea typeface="Open Sans" panose="020B0606030504020204" pitchFamily="34" charset="0"/>
                <a:cs typeface="Open Sans" panose="020B0606030504020204" pitchFamily="34" charset="0"/>
                <a:hlinkClick r:id="rId10"/>
              </a:rPr>
              <a:t>https://doi.org/10.1038/s44271-023-00003-2</a:t>
            </a:r>
            <a:r>
              <a:rPr lang="en-US" sz="2300" dirty="0">
                <a:latin typeface="Open Sans" panose="020B0606030504020204" pitchFamily="34" charset="0"/>
                <a:ea typeface="Open Sans" panose="020B0606030504020204" pitchFamily="34" charset="0"/>
                <a:cs typeface="Open Sans" panose="020B0606030504020204" pitchFamily="34" charset="0"/>
              </a:rPr>
              <a:t> </a:t>
            </a:r>
          </a:p>
          <a:p>
            <a:pPr marL="463550" lvl="0" indent="-463550">
              <a:spcBef>
                <a:spcPts val="600"/>
              </a:spcBef>
              <a:spcAft>
                <a:spcPts val="600"/>
              </a:spcAft>
            </a:pPr>
            <a:r>
              <a:rPr lang="en-US" sz="2300" dirty="0">
                <a:latin typeface="Open Sans" panose="020B0606030504020204" pitchFamily="34" charset="0"/>
                <a:ea typeface="Open Sans" panose="020B0606030504020204" pitchFamily="34" charset="0"/>
                <a:cs typeface="Open Sans" panose="020B0606030504020204" pitchFamily="34" charset="0"/>
              </a:rPr>
              <a:t>Lovibond, S. H., &amp; Lovibond, P. F. (1995). Manual for the Depression Anxiety Stress Scales (2nd ed.). Psychology Foundation. https://www2.psy.unsw.edu.au/dass/</a:t>
            </a:r>
          </a:p>
          <a:p>
            <a:pPr marL="463550" lvl="0" indent="-463550">
              <a:spcBef>
                <a:spcPts val="600"/>
              </a:spcBef>
              <a:spcAft>
                <a:spcPts val="600"/>
              </a:spcAft>
            </a:pPr>
            <a:r>
              <a:rPr lang="en-US" sz="2300" dirty="0">
                <a:latin typeface="Open Sans" panose="020B0606030504020204" pitchFamily="34" charset="0"/>
                <a:ea typeface="Open Sans" panose="020B0606030504020204" pitchFamily="34" charset="0"/>
                <a:cs typeface="Open Sans" panose="020B0606030504020204" pitchFamily="34" charset="0"/>
              </a:rPr>
              <a:t>Nosek, B. A., &amp; Errington, T. M. (2020). What is replication? </a:t>
            </a:r>
            <a:r>
              <a:rPr lang="en-US" sz="2300" dirty="0" err="1">
                <a:latin typeface="Open Sans" panose="020B0606030504020204" pitchFamily="34" charset="0"/>
                <a:ea typeface="Open Sans" panose="020B0606030504020204" pitchFamily="34" charset="0"/>
                <a:cs typeface="Open Sans" panose="020B0606030504020204" pitchFamily="34" charset="0"/>
              </a:rPr>
              <a:t>PLoS</a:t>
            </a:r>
            <a:r>
              <a:rPr lang="en-US" sz="2300" dirty="0">
                <a:latin typeface="Open Sans" panose="020B0606030504020204" pitchFamily="34" charset="0"/>
                <a:ea typeface="Open Sans" panose="020B0606030504020204" pitchFamily="34" charset="0"/>
                <a:cs typeface="Open Sans" panose="020B0606030504020204" pitchFamily="34" charset="0"/>
              </a:rPr>
              <a:t> Biology, 18(3), e3000691. </a:t>
            </a:r>
            <a:r>
              <a:rPr lang="en-US" sz="2300" dirty="0">
                <a:latin typeface="Open Sans" panose="020B0606030504020204" pitchFamily="34" charset="0"/>
                <a:ea typeface="Open Sans" panose="020B0606030504020204" pitchFamily="34" charset="0"/>
                <a:cs typeface="Open Sans" panose="020B0606030504020204" pitchFamily="34" charset="0"/>
                <a:hlinkClick r:id="rId11"/>
              </a:rPr>
              <a:t>https://doi.org/10.1371/journal.pbio.3000691</a:t>
            </a:r>
            <a:r>
              <a:rPr lang="en-US" sz="2300" dirty="0">
                <a:latin typeface="Open Sans" panose="020B0606030504020204" pitchFamily="34" charset="0"/>
                <a:ea typeface="Open Sans" panose="020B0606030504020204" pitchFamily="34" charset="0"/>
                <a:cs typeface="Open Sans" panose="020B0606030504020204" pitchFamily="34" charset="0"/>
              </a:rPr>
              <a:t> </a:t>
            </a:r>
          </a:p>
          <a:p>
            <a:pPr marL="463550" lvl="0" indent="-463550">
              <a:spcBef>
                <a:spcPts val="600"/>
              </a:spcBef>
              <a:spcAft>
                <a:spcPts val="600"/>
              </a:spcAft>
            </a:pPr>
            <a:r>
              <a:rPr lang="en-US" sz="2300" dirty="0">
                <a:latin typeface="Open Sans" panose="020B0606030504020204" pitchFamily="34" charset="0"/>
                <a:ea typeface="Open Sans" panose="020B0606030504020204" pitchFamily="34" charset="0"/>
                <a:cs typeface="Open Sans" panose="020B0606030504020204" pitchFamily="34" charset="0"/>
              </a:rPr>
              <a:t>Shrout, P. E., &amp; Rodgers, J. L. (2018). Psychology, science, and knowledge construction: Broadening perspectives from the replication crisis. </a:t>
            </a:r>
            <a:r>
              <a:rPr lang="en-US" sz="2300" i="1" dirty="0">
                <a:latin typeface="Open Sans" panose="020B0606030504020204" pitchFamily="34" charset="0"/>
                <a:ea typeface="Open Sans" panose="020B0606030504020204" pitchFamily="34" charset="0"/>
                <a:cs typeface="Open Sans" panose="020B0606030504020204" pitchFamily="34" charset="0"/>
              </a:rPr>
              <a:t>Annual Review of Psychology</a:t>
            </a:r>
            <a:r>
              <a:rPr lang="en-US" sz="2300" dirty="0">
                <a:latin typeface="Open Sans" panose="020B0606030504020204" pitchFamily="34" charset="0"/>
                <a:ea typeface="Open Sans" panose="020B0606030504020204" pitchFamily="34" charset="0"/>
                <a:cs typeface="Open Sans" panose="020B0606030504020204" pitchFamily="34" charset="0"/>
              </a:rPr>
              <a:t>, </a:t>
            </a:r>
            <a:r>
              <a:rPr lang="en-US" sz="2300" i="1" dirty="0">
                <a:latin typeface="Open Sans" panose="020B0606030504020204" pitchFamily="34" charset="0"/>
                <a:ea typeface="Open Sans" panose="020B0606030504020204" pitchFamily="34" charset="0"/>
                <a:cs typeface="Open Sans" panose="020B0606030504020204" pitchFamily="34" charset="0"/>
              </a:rPr>
              <a:t>69</a:t>
            </a:r>
            <a:r>
              <a:rPr lang="en-US" sz="2300" dirty="0">
                <a:latin typeface="Open Sans" panose="020B0606030504020204" pitchFamily="34" charset="0"/>
                <a:ea typeface="Open Sans" panose="020B0606030504020204" pitchFamily="34" charset="0"/>
                <a:cs typeface="Open Sans" panose="020B0606030504020204" pitchFamily="34" charset="0"/>
              </a:rPr>
              <a:t>(Volume 69, 2018), 487–510. </a:t>
            </a:r>
            <a:r>
              <a:rPr lang="en-US" sz="2300" dirty="0">
                <a:latin typeface="Open Sans" panose="020B0606030504020204" pitchFamily="34" charset="0"/>
                <a:ea typeface="Open Sans" panose="020B0606030504020204" pitchFamily="34" charset="0"/>
                <a:cs typeface="Open Sans" panose="020B0606030504020204" pitchFamily="34" charset="0"/>
                <a:hlinkClick r:id="rId12"/>
              </a:rPr>
              <a:t>https://doi.org/10.1146/annurev-psych-122216-011845</a:t>
            </a:r>
            <a:endParaRPr lang="en-US" sz="2300" dirty="0">
              <a:latin typeface="Open Sans" panose="020B0606030504020204" pitchFamily="34" charset="0"/>
              <a:ea typeface="Open Sans" panose="020B0606030504020204" pitchFamily="34" charset="0"/>
              <a:cs typeface="Open Sans" panose="020B0606030504020204" pitchFamily="34" charset="0"/>
            </a:endParaRPr>
          </a:p>
          <a:p>
            <a:pPr marL="463550" lvl="0" indent="-463550">
              <a:spcBef>
                <a:spcPts val="600"/>
              </a:spcBef>
              <a:spcAft>
                <a:spcPts val="600"/>
              </a:spcAft>
            </a:pPr>
            <a:r>
              <a:rPr lang="en-US" sz="2300" dirty="0" err="1">
                <a:latin typeface="Open Sans" panose="020B0606030504020204" pitchFamily="34" charset="0"/>
                <a:ea typeface="Open Sans" panose="020B0606030504020204" pitchFamily="34" charset="0"/>
                <a:cs typeface="Open Sans" panose="020B0606030504020204" pitchFamily="34" charset="0"/>
              </a:rPr>
              <a:t>Uliaszek</a:t>
            </a:r>
            <a:r>
              <a:rPr lang="en-US" sz="2300" dirty="0">
                <a:latin typeface="Open Sans" panose="020B0606030504020204" pitchFamily="34" charset="0"/>
                <a:ea typeface="Open Sans" panose="020B0606030504020204" pitchFamily="34" charset="0"/>
                <a:cs typeface="Open Sans" panose="020B0606030504020204" pitchFamily="34" charset="0"/>
              </a:rPr>
              <a:t>, A. A., </a:t>
            </a:r>
            <a:r>
              <a:rPr lang="en-US" sz="2300" dirty="0" err="1">
                <a:latin typeface="Open Sans" panose="020B0606030504020204" pitchFamily="34" charset="0"/>
                <a:ea typeface="Open Sans" panose="020B0606030504020204" pitchFamily="34" charset="0"/>
                <a:cs typeface="Open Sans" panose="020B0606030504020204" pitchFamily="34" charset="0"/>
              </a:rPr>
              <a:t>Zinbarg</a:t>
            </a:r>
            <a:r>
              <a:rPr lang="en-US" sz="2300" dirty="0">
                <a:latin typeface="Open Sans" panose="020B0606030504020204" pitchFamily="34" charset="0"/>
                <a:ea typeface="Open Sans" panose="020B0606030504020204" pitchFamily="34" charset="0"/>
                <a:cs typeface="Open Sans" panose="020B0606030504020204" pitchFamily="34" charset="0"/>
              </a:rPr>
              <a:t>, R. E., Mineka, S., Craske, M. G., Sutton, J. M., Griffith, J. W., Rose, R., Waters, A., &amp; Hammen, C. (2010). The role of neuroticism and extraversion in the stress–anxiety and stress–depression relationships. Anxiety, Stress, &amp; Coping, 23(4), 363–381. </a:t>
            </a:r>
            <a:r>
              <a:rPr lang="en-US" sz="2300" dirty="0">
                <a:latin typeface="Open Sans" panose="020B0606030504020204" pitchFamily="34" charset="0"/>
                <a:ea typeface="Open Sans" panose="020B0606030504020204" pitchFamily="34" charset="0"/>
                <a:cs typeface="Open Sans" panose="020B0606030504020204" pitchFamily="34" charset="0"/>
                <a:hlinkClick r:id="rId13"/>
              </a:rPr>
              <a:t>https://doi.org/10.1080/10615800903377264</a:t>
            </a:r>
            <a:r>
              <a:rPr lang="en-US" sz="2300" dirty="0">
                <a:latin typeface="Open Sans" panose="020B0606030504020204" pitchFamily="34" charset="0"/>
                <a:ea typeface="Open Sans" panose="020B0606030504020204" pitchFamily="34" charset="0"/>
                <a:cs typeface="Open Sans" panose="020B0606030504020204" pitchFamily="34" charset="0"/>
              </a:rPr>
              <a:t> </a:t>
            </a:r>
          </a:p>
          <a:p>
            <a:pPr marL="463550" lvl="0" indent="-463550">
              <a:spcBef>
                <a:spcPts val="600"/>
              </a:spcBef>
              <a:spcAft>
                <a:spcPts val="600"/>
              </a:spcAft>
            </a:pPr>
            <a:r>
              <a:rPr lang="en-US" sz="2300" dirty="0">
                <a:latin typeface="Open Sans" panose="020B0606030504020204" pitchFamily="34" charset="0"/>
                <a:ea typeface="Open Sans" panose="020B0606030504020204" pitchFamily="34" charset="0"/>
                <a:cs typeface="Open Sans" panose="020B0606030504020204" pitchFamily="34" charset="0"/>
              </a:rPr>
              <a:t>Weisberg, Y. J., DeYoung, C. G., &amp; Hirsh, J. B. (2011). Gender differences in personality across the ten aspects of the Big Five. Frontiers in Psychology, 2. </a:t>
            </a:r>
            <a:r>
              <a:rPr lang="en-US" sz="2300" dirty="0">
                <a:latin typeface="Open Sans" panose="020B0606030504020204" pitchFamily="34" charset="0"/>
                <a:ea typeface="Open Sans" panose="020B0606030504020204" pitchFamily="34" charset="0"/>
                <a:cs typeface="Open Sans" panose="020B0606030504020204" pitchFamily="34" charset="0"/>
                <a:hlinkClick r:id="rId14"/>
              </a:rPr>
              <a:t>https://doi.org/10.3389/fpsyg.2011.00178</a:t>
            </a:r>
            <a:endParaRPr lang="en-US" sz="2300" dirty="0">
              <a:latin typeface="Open Sans" panose="020B0606030504020204" pitchFamily="34" charset="0"/>
              <a:ea typeface="Open Sans" panose="020B0606030504020204" pitchFamily="34" charset="0"/>
              <a:cs typeface="Open Sans" panose="020B0606030504020204" pitchFamily="34" charset="0"/>
            </a:endParaRPr>
          </a:p>
          <a:p>
            <a:pPr marL="463550" lvl="0" indent="-463550">
              <a:spcBef>
                <a:spcPts val="600"/>
              </a:spcBef>
              <a:spcAft>
                <a:spcPts val="600"/>
              </a:spcAft>
            </a:pPr>
            <a:r>
              <a:rPr lang="en-US" sz="2300" dirty="0">
                <a:solidFill>
                  <a:schemeClr val="tx1"/>
                </a:solidFill>
                <a:latin typeface="Open Sans" panose="020B0606030504020204" pitchFamily="34" charset="0"/>
                <a:ea typeface="Open Sans" panose="020B0606030504020204" pitchFamily="34" charset="0"/>
                <a:cs typeface="Open Sans" panose="020B0606030504020204" pitchFamily="34" charset="0"/>
              </a:rPr>
              <a:t>Youyou, W., Yang, Y., &amp; Uzzi, B. (2023). A discipline-wide investigation of the replicability of Psychology papers over the past two decades. Proceedings of the National Academy of Sciences, 120(6), e2208863120. </a:t>
            </a:r>
            <a:r>
              <a:rPr lang="en-US" sz="2300" dirty="0">
                <a:solidFill>
                  <a:schemeClr val="tx1"/>
                </a:solidFill>
                <a:latin typeface="Open Sans" panose="020B0606030504020204" pitchFamily="34" charset="0"/>
                <a:ea typeface="Open Sans" panose="020B0606030504020204" pitchFamily="34" charset="0"/>
                <a:cs typeface="Open Sans" panose="020B0606030504020204" pitchFamily="34" charset="0"/>
                <a:hlinkClick r:id="rId15"/>
              </a:rPr>
              <a:t>https://doi.org/10.1073/pnas.2208863120</a:t>
            </a:r>
            <a:r>
              <a:rPr lang="en-US" sz="2300" dirty="0">
                <a:solidFill>
                  <a:schemeClr val="tx1"/>
                </a:solidFill>
                <a:latin typeface="Open Sans" panose="020B0606030504020204" pitchFamily="34" charset="0"/>
                <a:ea typeface="Open Sans" panose="020B0606030504020204" pitchFamily="34" charset="0"/>
                <a:cs typeface="Open Sans" panose="020B0606030504020204" pitchFamily="34" charset="0"/>
              </a:rPr>
              <a:t> </a:t>
            </a:r>
            <a:endParaRPr sz="23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2" name="Google Shape;123;p13">
            <a:extLst>
              <a:ext uri="{FF2B5EF4-FFF2-40B4-BE49-F238E27FC236}">
                <a16:creationId xmlns:a16="http://schemas.microsoft.com/office/drawing/2014/main" id="{16A1D9DC-A896-6158-092F-B27EFA1ECB4F}"/>
              </a:ext>
            </a:extLst>
          </p:cNvPr>
          <p:cNvSpPr txBox="1"/>
          <p:nvPr/>
        </p:nvSpPr>
        <p:spPr>
          <a:xfrm>
            <a:off x="16827430" y="9545641"/>
            <a:ext cx="11487912" cy="535529"/>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3000" b="1" dirty="0">
                <a:solidFill>
                  <a:srgbClr val="003B5C"/>
                </a:solidFill>
                <a:latin typeface="Open Sans"/>
                <a:ea typeface="Open Sans"/>
                <a:cs typeface="Open Sans"/>
                <a:sym typeface="Open Sans"/>
              </a:rPr>
              <a:t>DASS-21 &amp; Personality Trait Distribution Plots</a:t>
            </a:r>
            <a:endParaRPr dirty="0"/>
          </a:p>
        </p:txBody>
      </p:sp>
      <p:sp>
        <p:nvSpPr>
          <p:cNvPr id="55" name="Google Shape;123;p13">
            <a:extLst>
              <a:ext uri="{FF2B5EF4-FFF2-40B4-BE49-F238E27FC236}">
                <a16:creationId xmlns:a16="http://schemas.microsoft.com/office/drawing/2014/main" id="{E585BE31-BD5A-869E-2A7E-EDE334EB1568}"/>
              </a:ext>
            </a:extLst>
          </p:cNvPr>
          <p:cNvSpPr txBox="1"/>
          <p:nvPr/>
        </p:nvSpPr>
        <p:spPr>
          <a:xfrm>
            <a:off x="16827430" y="15307724"/>
            <a:ext cx="11487912" cy="535529"/>
          </a:xfrm>
          <a:prstGeom prst="rect">
            <a:avLst/>
          </a:prstGeom>
          <a:noFill/>
          <a:ln>
            <a:noFill/>
          </a:ln>
        </p:spPr>
        <p:txBody>
          <a:bodyPr spcFirstLastPara="1" wrap="square" lIns="91425" tIns="36575" rIns="91425" bIns="36575" anchor="ctr" anchorCtr="0">
            <a:spAutoFit/>
          </a:bodyPr>
          <a:lstStyle/>
          <a:p>
            <a:pPr marL="0" marR="0" lvl="0" indent="0" algn="l" rtl="0">
              <a:spcBef>
                <a:spcPts val="0"/>
              </a:spcBef>
              <a:spcAft>
                <a:spcPts val="0"/>
              </a:spcAft>
              <a:buNone/>
            </a:pPr>
            <a:r>
              <a:rPr lang="en-US" sz="3000" b="1" dirty="0">
                <a:solidFill>
                  <a:srgbClr val="003B5C"/>
                </a:solidFill>
                <a:latin typeface="Open Sans"/>
                <a:ea typeface="Open Sans"/>
                <a:cs typeface="Open Sans"/>
                <a:sym typeface="Open Sans"/>
              </a:rPr>
              <a:t>Personality Coefficient Plot for DASS-21 Indicators</a:t>
            </a:r>
            <a:endParaRPr dirty="0"/>
          </a:p>
        </p:txBody>
      </p:sp>
      <p:sp>
        <p:nvSpPr>
          <p:cNvPr id="8" name="Google Shape;137;p13">
            <a:extLst>
              <a:ext uri="{FF2B5EF4-FFF2-40B4-BE49-F238E27FC236}">
                <a16:creationId xmlns:a16="http://schemas.microsoft.com/office/drawing/2014/main" id="{3D68325C-FA72-3E30-1983-55A2AD3C16E6}"/>
              </a:ext>
            </a:extLst>
          </p:cNvPr>
          <p:cNvSpPr/>
          <p:nvPr/>
        </p:nvSpPr>
        <p:spPr>
          <a:xfrm>
            <a:off x="40507920" y="29672280"/>
            <a:ext cx="1920240" cy="1920240"/>
          </a:xfrm>
          <a:prstGeom prst="roundRect">
            <a:avLst>
              <a:gd name="adj" fmla="val 6000"/>
            </a:avLst>
          </a:prstGeom>
          <a:solidFill>
            <a:srgbClr val="FFFFFF"/>
          </a:solidFill>
          <a:ln w="19050" cap="flat" cmpd="sng">
            <a:solidFill>
              <a:srgbClr val="C6AA76"/>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20" name="Group 19">
            <a:extLst>
              <a:ext uri="{FF2B5EF4-FFF2-40B4-BE49-F238E27FC236}">
                <a16:creationId xmlns:a16="http://schemas.microsoft.com/office/drawing/2014/main" id="{1E7AEF00-42CA-3852-A1F6-037E5D2220FB}"/>
              </a:ext>
            </a:extLst>
          </p:cNvPr>
          <p:cNvGrpSpPr/>
          <p:nvPr/>
        </p:nvGrpSpPr>
        <p:grpSpPr>
          <a:xfrm>
            <a:off x="17353116" y="26530947"/>
            <a:ext cx="9276407" cy="1842569"/>
            <a:chOff x="18116383" y="26530947"/>
            <a:chExt cx="9276407" cy="1842569"/>
          </a:xfrm>
        </p:grpSpPr>
        <p:pic>
          <p:nvPicPr>
            <p:cNvPr id="4" name="Picture 3">
              <a:extLst>
                <a:ext uri="{FF2B5EF4-FFF2-40B4-BE49-F238E27FC236}">
                  <a16:creationId xmlns:a16="http://schemas.microsoft.com/office/drawing/2014/main" id="{BB912C95-6652-5D00-D594-CC6FD3E418F0}"/>
                </a:ext>
              </a:extLst>
            </p:cNvPr>
            <p:cNvPicPr>
              <a:picLocks noChangeAspect="1"/>
            </p:cNvPicPr>
            <p:nvPr/>
          </p:nvPicPr>
          <p:blipFill>
            <a:blip r:embed="rId16"/>
            <a:stretch>
              <a:fillRect/>
            </a:stretch>
          </p:blipFill>
          <p:spPr>
            <a:xfrm>
              <a:off x="18116383" y="26864854"/>
              <a:ext cx="1596576" cy="1207082"/>
            </a:xfrm>
            <a:prstGeom prst="rect">
              <a:avLst/>
            </a:prstGeom>
          </p:spPr>
        </p:pic>
        <p:sp>
          <p:nvSpPr>
            <p:cNvPr id="5" name="Arrow: Right 4">
              <a:extLst>
                <a:ext uri="{FF2B5EF4-FFF2-40B4-BE49-F238E27FC236}">
                  <a16:creationId xmlns:a16="http://schemas.microsoft.com/office/drawing/2014/main" id="{E3A4DCB8-D896-54B2-8CAA-2718BDE4C614}"/>
                </a:ext>
              </a:extLst>
            </p:cNvPr>
            <p:cNvSpPr/>
            <p:nvPr/>
          </p:nvSpPr>
          <p:spPr>
            <a:xfrm>
              <a:off x="19934903" y="27304514"/>
              <a:ext cx="465430" cy="318319"/>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a:extLst>
                <a:ext uri="{FF2B5EF4-FFF2-40B4-BE49-F238E27FC236}">
                  <a16:creationId xmlns:a16="http://schemas.microsoft.com/office/drawing/2014/main" id="{94D01711-97DE-5C1E-449A-3238DE157061}"/>
                </a:ext>
              </a:extLst>
            </p:cNvPr>
            <p:cNvPicPr>
              <a:picLocks noChangeAspect="1"/>
            </p:cNvPicPr>
            <p:nvPr/>
          </p:nvPicPr>
          <p:blipFill>
            <a:blip r:embed="rId17"/>
            <a:stretch>
              <a:fillRect/>
            </a:stretch>
          </p:blipFill>
          <p:spPr>
            <a:xfrm>
              <a:off x="20622276" y="26864854"/>
              <a:ext cx="1382131" cy="1209365"/>
            </a:xfrm>
            <a:prstGeom prst="rect">
              <a:avLst/>
            </a:prstGeom>
          </p:spPr>
        </p:pic>
        <p:sp>
          <p:nvSpPr>
            <p:cNvPr id="9" name="Arrow: Right 8">
              <a:extLst>
                <a:ext uri="{FF2B5EF4-FFF2-40B4-BE49-F238E27FC236}">
                  <a16:creationId xmlns:a16="http://schemas.microsoft.com/office/drawing/2014/main" id="{09323182-A6AB-2A30-C83B-B73B43666E10}"/>
                </a:ext>
              </a:extLst>
            </p:cNvPr>
            <p:cNvSpPr/>
            <p:nvPr/>
          </p:nvSpPr>
          <p:spPr>
            <a:xfrm>
              <a:off x="22226350" y="27300610"/>
              <a:ext cx="465430" cy="318319"/>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a:extLst>
                <a:ext uri="{FF2B5EF4-FFF2-40B4-BE49-F238E27FC236}">
                  <a16:creationId xmlns:a16="http://schemas.microsoft.com/office/drawing/2014/main" id="{E83C1481-6FD7-A49F-7750-BEAEF102911E}"/>
                </a:ext>
              </a:extLst>
            </p:cNvPr>
            <p:cNvPicPr>
              <a:picLocks noChangeAspect="1"/>
            </p:cNvPicPr>
            <p:nvPr/>
          </p:nvPicPr>
          <p:blipFill>
            <a:blip r:embed="rId18"/>
            <a:stretch>
              <a:fillRect/>
            </a:stretch>
          </p:blipFill>
          <p:spPr>
            <a:xfrm>
              <a:off x="22824570" y="26786032"/>
              <a:ext cx="888266" cy="1332399"/>
            </a:xfrm>
            <a:prstGeom prst="rect">
              <a:avLst/>
            </a:prstGeom>
          </p:spPr>
        </p:pic>
        <p:sp>
          <p:nvSpPr>
            <p:cNvPr id="15" name="Arrow: Right 14">
              <a:extLst>
                <a:ext uri="{FF2B5EF4-FFF2-40B4-BE49-F238E27FC236}">
                  <a16:creationId xmlns:a16="http://schemas.microsoft.com/office/drawing/2014/main" id="{A107525E-FDD7-C92D-BF4F-CF2F79CAC51D}"/>
                </a:ext>
              </a:extLst>
            </p:cNvPr>
            <p:cNvSpPr/>
            <p:nvPr/>
          </p:nvSpPr>
          <p:spPr>
            <a:xfrm>
              <a:off x="23845626" y="27293072"/>
              <a:ext cx="465430" cy="318319"/>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 name="Picture 16">
              <a:extLst>
                <a:ext uri="{FF2B5EF4-FFF2-40B4-BE49-F238E27FC236}">
                  <a16:creationId xmlns:a16="http://schemas.microsoft.com/office/drawing/2014/main" id="{B9D5B221-0FFA-2C81-48ED-BD72295EB201}"/>
                </a:ext>
              </a:extLst>
            </p:cNvPr>
            <p:cNvPicPr>
              <a:picLocks noChangeAspect="1"/>
            </p:cNvPicPr>
            <p:nvPr/>
          </p:nvPicPr>
          <p:blipFill>
            <a:blip r:embed="rId19"/>
            <a:stretch>
              <a:fillRect/>
            </a:stretch>
          </p:blipFill>
          <p:spPr>
            <a:xfrm>
              <a:off x="26164410" y="26530947"/>
              <a:ext cx="1228380" cy="1842569"/>
            </a:xfrm>
            <a:prstGeom prst="rect">
              <a:avLst/>
            </a:prstGeom>
          </p:spPr>
        </p:pic>
        <p:pic>
          <p:nvPicPr>
            <p:cNvPr id="14" name="Picture 13">
              <a:extLst>
                <a:ext uri="{FF2B5EF4-FFF2-40B4-BE49-F238E27FC236}">
                  <a16:creationId xmlns:a16="http://schemas.microsoft.com/office/drawing/2014/main" id="{71D6BEE1-B232-E2DB-72AC-D02A06C8F334}"/>
                </a:ext>
              </a:extLst>
            </p:cNvPr>
            <p:cNvPicPr>
              <a:picLocks noChangeAspect="1"/>
            </p:cNvPicPr>
            <p:nvPr/>
          </p:nvPicPr>
          <p:blipFill>
            <a:blip r:embed="rId20"/>
            <a:stretch>
              <a:fillRect/>
            </a:stretch>
          </p:blipFill>
          <p:spPr>
            <a:xfrm>
              <a:off x="24532999" y="26864854"/>
              <a:ext cx="908119" cy="1213172"/>
            </a:xfrm>
            <a:prstGeom prst="rect">
              <a:avLst/>
            </a:prstGeom>
          </p:spPr>
        </p:pic>
        <p:sp>
          <p:nvSpPr>
            <p:cNvPr id="18" name="Arrow: Right 17">
              <a:extLst>
                <a:ext uri="{FF2B5EF4-FFF2-40B4-BE49-F238E27FC236}">
                  <a16:creationId xmlns:a16="http://schemas.microsoft.com/office/drawing/2014/main" id="{E6AABC37-B0F8-3E4E-9694-5B934FF51634}"/>
                </a:ext>
              </a:extLst>
            </p:cNvPr>
            <p:cNvSpPr/>
            <p:nvPr/>
          </p:nvSpPr>
          <p:spPr>
            <a:xfrm>
              <a:off x="25570049" y="27321308"/>
              <a:ext cx="465430" cy="318319"/>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2" name="Picture 21">
            <a:extLst>
              <a:ext uri="{FF2B5EF4-FFF2-40B4-BE49-F238E27FC236}">
                <a16:creationId xmlns:a16="http://schemas.microsoft.com/office/drawing/2014/main" id="{592A3389-E93A-1F33-F1D3-231647A6F63B}"/>
              </a:ext>
            </a:extLst>
          </p:cNvPr>
          <p:cNvPicPr>
            <a:picLocks noChangeAspect="1"/>
          </p:cNvPicPr>
          <p:nvPr/>
        </p:nvPicPr>
        <p:blipFill>
          <a:blip r:embed="rId21"/>
          <a:stretch>
            <a:fillRect/>
          </a:stretch>
        </p:blipFill>
        <p:spPr>
          <a:xfrm>
            <a:off x="40601319" y="29749131"/>
            <a:ext cx="1766534" cy="176653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382</TotalTime>
  <Words>1415</Words>
  <Application>Microsoft Office PowerPoint</Application>
  <PresentationFormat>Custom</PresentationFormat>
  <Paragraphs>61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Open Sans</vt:lpstr>
      <vt:lpstr>Arial</vt:lpstr>
      <vt:lpstr>Calibri</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Bradley Allen</dc:creator>
  <cp:lastModifiedBy>Bradley Allen</cp:lastModifiedBy>
  <cp:revision>1</cp:revision>
  <dcterms:modified xsi:type="dcterms:W3CDTF">2026-07-26T23:22:03Z</dcterms:modified>
</cp:coreProperties>
</file>